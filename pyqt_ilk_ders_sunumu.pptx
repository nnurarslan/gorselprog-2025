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59" r:id="rId10"/>
    <p:sldId id="260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63" r:id="rId20"/>
    <p:sldId id="269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62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Orta Sti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A3BF45-F62F-46DA-B010-AE9280852E5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D85CB3-C445-4F9A-9EF3-F05D3D4AA7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PyQt'nin ne olduğunu anlamak</a:t>
          </a:r>
        </a:p>
      </dgm:t>
    </dgm:pt>
    <dgm:pt modelId="{A458C3B8-5A7E-43A6-8F65-25E0A4BB0136}" type="parTrans" cxnId="{C4081911-89B2-4CF4-A9E8-83E8EE3632CF}">
      <dgm:prSet/>
      <dgm:spPr/>
      <dgm:t>
        <a:bodyPr/>
        <a:lstStyle/>
        <a:p>
          <a:endParaRPr lang="en-US"/>
        </a:p>
      </dgm:t>
    </dgm:pt>
    <dgm:pt modelId="{E4422E98-76B0-41E6-9504-D508539BFFA6}" type="sibTrans" cxnId="{C4081911-89B2-4CF4-A9E8-83E8EE3632CF}">
      <dgm:prSet/>
      <dgm:spPr/>
      <dgm:t>
        <a:bodyPr/>
        <a:lstStyle/>
        <a:p>
          <a:endParaRPr lang="en-US"/>
        </a:p>
      </dgm:t>
    </dgm:pt>
    <dgm:pt modelId="{6ED899DE-2A18-49B0-836C-EB13CE23FA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Basit bir arayüz penceresi oluşturmayı öğrenmek</a:t>
          </a:r>
        </a:p>
      </dgm:t>
    </dgm:pt>
    <dgm:pt modelId="{97B81447-019F-4291-82C0-C37DA8FC4118}" type="parTrans" cxnId="{0E9E34D7-DFEA-40DA-A3D0-BAB4000A92A7}">
      <dgm:prSet/>
      <dgm:spPr/>
      <dgm:t>
        <a:bodyPr/>
        <a:lstStyle/>
        <a:p>
          <a:endParaRPr lang="en-US"/>
        </a:p>
      </dgm:t>
    </dgm:pt>
    <dgm:pt modelId="{EA78D10C-8FD8-461A-90AC-57C0C028F578}" type="sibTrans" cxnId="{0E9E34D7-DFEA-40DA-A3D0-BAB4000A92A7}">
      <dgm:prSet/>
      <dgm:spPr/>
      <dgm:t>
        <a:bodyPr/>
        <a:lstStyle/>
        <a:p>
          <a:endParaRPr lang="en-US"/>
        </a:p>
      </dgm:t>
    </dgm:pt>
    <dgm:pt modelId="{DEB26BDF-1334-4DED-B783-98170C619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Widget, Layout ve Signal-Slot kavramlarına giriş</a:t>
          </a:r>
        </a:p>
      </dgm:t>
    </dgm:pt>
    <dgm:pt modelId="{7B9FB1F5-A4B1-4C3D-B409-3FE8BF2343DD}" type="parTrans" cxnId="{7F27B664-9EBA-4D0B-865D-A6AB0C6CEE2A}">
      <dgm:prSet/>
      <dgm:spPr/>
      <dgm:t>
        <a:bodyPr/>
        <a:lstStyle/>
        <a:p>
          <a:endParaRPr lang="en-US"/>
        </a:p>
      </dgm:t>
    </dgm:pt>
    <dgm:pt modelId="{A8694733-D867-4758-8EC5-9DA54D275C0A}" type="sibTrans" cxnId="{7F27B664-9EBA-4D0B-865D-A6AB0C6CEE2A}">
      <dgm:prSet/>
      <dgm:spPr/>
      <dgm:t>
        <a:bodyPr/>
        <a:lstStyle/>
        <a:p>
          <a:endParaRPr lang="en-US"/>
        </a:p>
      </dgm:t>
    </dgm:pt>
    <dgm:pt modelId="{A26E4407-F1C7-4061-AA8B-7DC90B2A689A}" type="pres">
      <dgm:prSet presAssocID="{2CA3BF45-F62F-46DA-B010-AE9280852E5F}" presName="root" presStyleCnt="0">
        <dgm:presLayoutVars>
          <dgm:dir/>
          <dgm:resizeHandles val="exact"/>
        </dgm:presLayoutVars>
      </dgm:prSet>
      <dgm:spPr/>
    </dgm:pt>
    <dgm:pt modelId="{1B5DF829-1F9F-417B-BEDD-167071A76A55}" type="pres">
      <dgm:prSet presAssocID="{B0D85CB3-C445-4F9A-9EF3-F05D3D4AA712}" presName="compNode" presStyleCnt="0"/>
      <dgm:spPr/>
    </dgm:pt>
    <dgm:pt modelId="{42883BE8-1D74-4A36-80C3-C17340C12E15}" type="pres">
      <dgm:prSet presAssocID="{B0D85CB3-C445-4F9A-9EF3-F05D3D4AA712}" presName="bgRect" presStyleLbl="bgShp" presStyleIdx="0" presStyleCnt="3"/>
      <dgm:spPr/>
    </dgm:pt>
    <dgm:pt modelId="{1132942D-0104-43D8-9DA2-37484E52B5F3}" type="pres">
      <dgm:prSet presAssocID="{B0D85CB3-C445-4F9A-9EF3-F05D3D4AA7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0392BB0-DC4F-408D-94F5-159D8DB9E792}" type="pres">
      <dgm:prSet presAssocID="{B0D85CB3-C445-4F9A-9EF3-F05D3D4AA712}" presName="spaceRect" presStyleCnt="0"/>
      <dgm:spPr/>
    </dgm:pt>
    <dgm:pt modelId="{A95C6D5D-15FB-4C3C-A3BF-F001ED88EDA8}" type="pres">
      <dgm:prSet presAssocID="{B0D85CB3-C445-4F9A-9EF3-F05D3D4AA712}" presName="parTx" presStyleLbl="revTx" presStyleIdx="0" presStyleCnt="3">
        <dgm:presLayoutVars>
          <dgm:chMax val="0"/>
          <dgm:chPref val="0"/>
        </dgm:presLayoutVars>
      </dgm:prSet>
      <dgm:spPr/>
    </dgm:pt>
    <dgm:pt modelId="{C0AA42F5-2DEA-48E3-BB71-B798F2EF4CE3}" type="pres">
      <dgm:prSet presAssocID="{E4422E98-76B0-41E6-9504-D508539BFFA6}" presName="sibTrans" presStyleCnt="0"/>
      <dgm:spPr/>
    </dgm:pt>
    <dgm:pt modelId="{09F8BD3E-F2AB-46D4-AF3F-85092B8B3A9E}" type="pres">
      <dgm:prSet presAssocID="{6ED899DE-2A18-49B0-836C-EB13CE23FAD8}" presName="compNode" presStyleCnt="0"/>
      <dgm:spPr/>
    </dgm:pt>
    <dgm:pt modelId="{3901194F-F722-4F38-9EDF-1BE07478F96D}" type="pres">
      <dgm:prSet presAssocID="{6ED899DE-2A18-49B0-836C-EB13CE23FAD8}" presName="bgRect" presStyleLbl="bgShp" presStyleIdx="1" presStyleCnt="3"/>
      <dgm:spPr/>
    </dgm:pt>
    <dgm:pt modelId="{4BDD7B6A-F53A-410A-A5E5-C5D07CA76B9C}" type="pres">
      <dgm:prSet presAssocID="{6ED899DE-2A18-49B0-836C-EB13CE23FAD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ör"/>
        </a:ext>
      </dgm:extLst>
    </dgm:pt>
    <dgm:pt modelId="{7D805138-2F79-4B8A-816B-273E4EEEE886}" type="pres">
      <dgm:prSet presAssocID="{6ED899DE-2A18-49B0-836C-EB13CE23FAD8}" presName="spaceRect" presStyleCnt="0"/>
      <dgm:spPr/>
    </dgm:pt>
    <dgm:pt modelId="{B5D35030-FBDA-4D8C-8CD9-23109E9D00B7}" type="pres">
      <dgm:prSet presAssocID="{6ED899DE-2A18-49B0-836C-EB13CE23FAD8}" presName="parTx" presStyleLbl="revTx" presStyleIdx="1" presStyleCnt="3">
        <dgm:presLayoutVars>
          <dgm:chMax val="0"/>
          <dgm:chPref val="0"/>
        </dgm:presLayoutVars>
      </dgm:prSet>
      <dgm:spPr/>
    </dgm:pt>
    <dgm:pt modelId="{5AC23E2C-3CC0-4B49-8933-51EC79AE976A}" type="pres">
      <dgm:prSet presAssocID="{EA78D10C-8FD8-461A-90AC-57C0C028F578}" presName="sibTrans" presStyleCnt="0"/>
      <dgm:spPr/>
    </dgm:pt>
    <dgm:pt modelId="{63F1EEF9-96F9-4605-96C1-3DD97D0F79CE}" type="pres">
      <dgm:prSet presAssocID="{DEB26BDF-1334-4DED-B783-98170C6194F4}" presName="compNode" presStyleCnt="0"/>
      <dgm:spPr/>
    </dgm:pt>
    <dgm:pt modelId="{7679AE42-5C8E-4728-9515-755BE09FE437}" type="pres">
      <dgm:prSet presAssocID="{DEB26BDF-1334-4DED-B783-98170C6194F4}" presName="bgRect" presStyleLbl="bgShp" presStyleIdx="2" presStyleCnt="3"/>
      <dgm:spPr/>
    </dgm:pt>
    <dgm:pt modelId="{7E4EA179-0763-461A-8A0D-E3EFFA15B0B3}" type="pres">
      <dgm:prSet presAssocID="{DEB26BDF-1334-4DED-B783-98170C6194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F75F48D7-FBBE-4F7D-AAB1-873965E4AC28}" type="pres">
      <dgm:prSet presAssocID="{DEB26BDF-1334-4DED-B783-98170C6194F4}" presName="spaceRect" presStyleCnt="0"/>
      <dgm:spPr/>
    </dgm:pt>
    <dgm:pt modelId="{CB333EEE-8F66-4018-A841-02055A8FB5A2}" type="pres">
      <dgm:prSet presAssocID="{DEB26BDF-1334-4DED-B783-98170C6194F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4081911-89B2-4CF4-A9E8-83E8EE3632CF}" srcId="{2CA3BF45-F62F-46DA-B010-AE9280852E5F}" destId="{B0D85CB3-C445-4F9A-9EF3-F05D3D4AA712}" srcOrd="0" destOrd="0" parTransId="{A458C3B8-5A7E-43A6-8F65-25E0A4BB0136}" sibTransId="{E4422E98-76B0-41E6-9504-D508539BFFA6}"/>
    <dgm:cxn modelId="{7F27B664-9EBA-4D0B-865D-A6AB0C6CEE2A}" srcId="{2CA3BF45-F62F-46DA-B010-AE9280852E5F}" destId="{DEB26BDF-1334-4DED-B783-98170C6194F4}" srcOrd="2" destOrd="0" parTransId="{7B9FB1F5-A4B1-4C3D-B409-3FE8BF2343DD}" sibTransId="{A8694733-D867-4758-8EC5-9DA54D275C0A}"/>
    <dgm:cxn modelId="{3686CA66-0A4D-40FD-9E26-E30CD105F17D}" type="presOf" srcId="{DEB26BDF-1334-4DED-B783-98170C6194F4}" destId="{CB333EEE-8F66-4018-A841-02055A8FB5A2}" srcOrd="0" destOrd="0" presId="urn:microsoft.com/office/officeart/2018/2/layout/IconVerticalSolidList"/>
    <dgm:cxn modelId="{D4C94D7A-C340-4BF4-B889-7A44D4C340A4}" type="presOf" srcId="{6ED899DE-2A18-49B0-836C-EB13CE23FAD8}" destId="{B5D35030-FBDA-4D8C-8CD9-23109E9D00B7}" srcOrd="0" destOrd="0" presId="urn:microsoft.com/office/officeart/2018/2/layout/IconVerticalSolidList"/>
    <dgm:cxn modelId="{0E9E34D7-DFEA-40DA-A3D0-BAB4000A92A7}" srcId="{2CA3BF45-F62F-46DA-B010-AE9280852E5F}" destId="{6ED899DE-2A18-49B0-836C-EB13CE23FAD8}" srcOrd="1" destOrd="0" parTransId="{97B81447-019F-4291-82C0-C37DA8FC4118}" sibTransId="{EA78D10C-8FD8-461A-90AC-57C0C028F578}"/>
    <dgm:cxn modelId="{C82701E8-2D97-4B56-A7C4-638DB4586104}" type="presOf" srcId="{B0D85CB3-C445-4F9A-9EF3-F05D3D4AA712}" destId="{A95C6D5D-15FB-4C3C-A3BF-F001ED88EDA8}" srcOrd="0" destOrd="0" presId="urn:microsoft.com/office/officeart/2018/2/layout/IconVerticalSolidList"/>
    <dgm:cxn modelId="{00564FED-3D85-4000-BBBC-F5657ECF8028}" type="presOf" srcId="{2CA3BF45-F62F-46DA-B010-AE9280852E5F}" destId="{A26E4407-F1C7-4061-AA8B-7DC90B2A689A}" srcOrd="0" destOrd="0" presId="urn:microsoft.com/office/officeart/2018/2/layout/IconVerticalSolidList"/>
    <dgm:cxn modelId="{2D68FAE2-0C21-4DF0-9C0B-8DC6D5DE5396}" type="presParOf" srcId="{A26E4407-F1C7-4061-AA8B-7DC90B2A689A}" destId="{1B5DF829-1F9F-417B-BEDD-167071A76A55}" srcOrd="0" destOrd="0" presId="urn:microsoft.com/office/officeart/2018/2/layout/IconVerticalSolidList"/>
    <dgm:cxn modelId="{D9D8BEC8-FC42-472B-B0DD-6889EC4D8058}" type="presParOf" srcId="{1B5DF829-1F9F-417B-BEDD-167071A76A55}" destId="{42883BE8-1D74-4A36-80C3-C17340C12E15}" srcOrd="0" destOrd="0" presId="urn:microsoft.com/office/officeart/2018/2/layout/IconVerticalSolidList"/>
    <dgm:cxn modelId="{589270B1-1AD8-4DA5-B6CD-78A24EF7A920}" type="presParOf" srcId="{1B5DF829-1F9F-417B-BEDD-167071A76A55}" destId="{1132942D-0104-43D8-9DA2-37484E52B5F3}" srcOrd="1" destOrd="0" presId="urn:microsoft.com/office/officeart/2018/2/layout/IconVerticalSolidList"/>
    <dgm:cxn modelId="{D92A9481-E4EE-4AB2-810A-05662D8D2E8F}" type="presParOf" srcId="{1B5DF829-1F9F-417B-BEDD-167071A76A55}" destId="{E0392BB0-DC4F-408D-94F5-159D8DB9E792}" srcOrd="2" destOrd="0" presId="urn:microsoft.com/office/officeart/2018/2/layout/IconVerticalSolidList"/>
    <dgm:cxn modelId="{AFF4E901-DBAA-4315-B930-8FB534361C88}" type="presParOf" srcId="{1B5DF829-1F9F-417B-BEDD-167071A76A55}" destId="{A95C6D5D-15FB-4C3C-A3BF-F001ED88EDA8}" srcOrd="3" destOrd="0" presId="urn:microsoft.com/office/officeart/2018/2/layout/IconVerticalSolidList"/>
    <dgm:cxn modelId="{3814B850-7D75-4332-80C1-588645591D76}" type="presParOf" srcId="{A26E4407-F1C7-4061-AA8B-7DC90B2A689A}" destId="{C0AA42F5-2DEA-48E3-BB71-B798F2EF4CE3}" srcOrd="1" destOrd="0" presId="urn:microsoft.com/office/officeart/2018/2/layout/IconVerticalSolidList"/>
    <dgm:cxn modelId="{2BC6D187-E10C-4B56-A839-1D681B2EAE09}" type="presParOf" srcId="{A26E4407-F1C7-4061-AA8B-7DC90B2A689A}" destId="{09F8BD3E-F2AB-46D4-AF3F-85092B8B3A9E}" srcOrd="2" destOrd="0" presId="urn:microsoft.com/office/officeart/2018/2/layout/IconVerticalSolidList"/>
    <dgm:cxn modelId="{3132F5DF-0935-494D-A396-40FFD2812ECA}" type="presParOf" srcId="{09F8BD3E-F2AB-46D4-AF3F-85092B8B3A9E}" destId="{3901194F-F722-4F38-9EDF-1BE07478F96D}" srcOrd="0" destOrd="0" presId="urn:microsoft.com/office/officeart/2018/2/layout/IconVerticalSolidList"/>
    <dgm:cxn modelId="{464D163F-6263-4E3A-BE52-B20BB99AEA58}" type="presParOf" srcId="{09F8BD3E-F2AB-46D4-AF3F-85092B8B3A9E}" destId="{4BDD7B6A-F53A-410A-A5E5-C5D07CA76B9C}" srcOrd="1" destOrd="0" presId="urn:microsoft.com/office/officeart/2018/2/layout/IconVerticalSolidList"/>
    <dgm:cxn modelId="{33F15E48-8229-4494-82F3-3F1FBDBCC0BB}" type="presParOf" srcId="{09F8BD3E-F2AB-46D4-AF3F-85092B8B3A9E}" destId="{7D805138-2F79-4B8A-816B-273E4EEEE886}" srcOrd="2" destOrd="0" presId="urn:microsoft.com/office/officeart/2018/2/layout/IconVerticalSolidList"/>
    <dgm:cxn modelId="{6FBB7A16-5F85-4DA0-BEF9-3E4043595D57}" type="presParOf" srcId="{09F8BD3E-F2AB-46D4-AF3F-85092B8B3A9E}" destId="{B5D35030-FBDA-4D8C-8CD9-23109E9D00B7}" srcOrd="3" destOrd="0" presId="urn:microsoft.com/office/officeart/2018/2/layout/IconVerticalSolidList"/>
    <dgm:cxn modelId="{77067CBD-0F75-4E37-873E-553B0B157C5A}" type="presParOf" srcId="{A26E4407-F1C7-4061-AA8B-7DC90B2A689A}" destId="{5AC23E2C-3CC0-4B49-8933-51EC79AE976A}" srcOrd="3" destOrd="0" presId="urn:microsoft.com/office/officeart/2018/2/layout/IconVerticalSolidList"/>
    <dgm:cxn modelId="{8428BA52-DC94-4AD5-BE62-12CFCAD7536F}" type="presParOf" srcId="{A26E4407-F1C7-4061-AA8B-7DC90B2A689A}" destId="{63F1EEF9-96F9-4605-96C1-3DD97D0F79CE}" srcOrd="4" destOrd="0" presId="urn:microsoft.com/office/officeart/2018/2/layout/IconVerticalSolidList"/>
    <dgm:cxn modelId="{F57C8D69-3A12-4435-8ACE-732C10434A89}" type="presParOf" srcId="{63F1EEF9-96F9-4605-96C1-3DD97D0F79CE}" destId="{7679AE42-5C8E-4728-9515-755BE09FE437}" srcOrd="0" destOrd="0" presId="urn:microsoft.com/office/officeart/2018/2/layout/IconVerticalSolidList"/>
    <dgm:cxn modelId="{578CAA7B-6232-409F-B5B0-6AA761495FF3}" type="presParOf" srcId="{63F1EEF9-96F9-4605-96C1-3DD97D0F79CE}" destId="{7E4EA179-0763-461A-8A0D-E3EFFA15B0B3}" srcOrd="1" destOrd="0" presId="urn:microsoft.com/office/officeart/2018/2/layout/IconVerticalSolidList"/>
    <dgm:cxn modelId="{9B39BF61-DD5C-43A0-9BFC-36D7BF4E520A}" type="presParOf" srcId="{63F1EEF9-96F9-4605-96C1-3DD97D0F79CE}" destId="{F75F48D7-FBBE-4F7D-AAB1-873965E4AC28}" srcOrd="2" destOrd="0" presId="urn:microsoft.com/office/officeart/2018/2/layout/IconVerticalSolidList"/>
    <dgm:cxn modelId="{B1BCE425-F3E3-42CE-B7C3-7B89A7012CAD}" type="presParOf" srcId="{63F1EEF9-96F9-4605-96C1-3DD97D0F79CE}" destId="{CB333EEE-8F66-4018-A841-02055A8FB5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C6DA86-AA93-4265-BABB-0ED52685E60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7EF28E-035A-4323-BACE-C47FDE79F1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ile masaüstü uygulamaları geliştirmeye yarayan bir framework</a:t>
          </a:r>
        </a:p>
      </dgm:t>
    </dgm:pt>
    <dgm:pt modelId="{5B4C6F92-C047-4AD4-B78D-44C776CB8542}" type="parTrans" cxnId="{222D937E-51FC-4895-9D53-242A0E5F933D}">
      <dgm:prSet/>
      <dgm:spPr/>
      <dgm:t>
        <a:bodyPr/>
        <a:lstStyle/>
        <a:p>
          <a:endParaRPr lang="en-US"/>
        </a:p>
      </dgm:t>
    </dgm:pt>
    <dgm:pt modelId="{AF84BADD-7198-457F-9438-9DD89C289D8E}" type="sibTrans" cxnId="{222D937E-51FC-4895-9D53-242A0E5F933D}">
      <dgm:prSet/>
      <dgm:spPr/>
      <dgm:t>
        <a:bodyPr/>
        <a:lstStyle/>
        <a:p>
          <a:endParaRPr lang="en-US"/>
        </a:p>
      </dgm:t>
    </dgm:pt>
    <dgm:pt modelId="{CBC8E5D7-F8F3-47E4-B82D-31ACBB6FD5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Qt, C++ ile yazılmıştır.</a:t>
          </a:r>
        </a:p>
      </dgm:t>
    </dgm:pt>
    <dgm:pt modelId="{F3BD7D76-C0FD-4C4F-99D7-DBD62C8A45AA}" type="parTrans" cxnId="{0704D5E6-B193-4187-A6A9-3244F7A81F3B}">
      <dgm:prSet/>
      <dgm:spPr/>
      <dgm:t>
        <a:bodyPr/>
        <a:lstStyle/>
        <a:p>
          <a:endParaRPr lang="en-US"/>
        </a:p>
      </dgm:t>
    </dgm:pt>
    <dgm:pt modelId="{EE39A2A0-0AC8-4D39-968F-126ACF1D3D90}" type="sibTrans" cxnId="{0704D5E6-B193-4187-A6A9-3244F7A81F3B}">
      <dgm:prSet/>
      <dgm:spPr/>
      <dgm:t>
        <a:bodyPr/>
        <a:lstStyle/>
        <a:p>
          <a:endParaRPr lang="en-US"/>
        </a:p>
      </dgm:t>
    </dgm:pt>
    <dgm:pt modelId="{1B941DDD-BDA4-4E2B-9268-0DCADF8963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PyQt, Qt’nin Python bağlayıcısıdır. Yani Qt’nin tüm araçlarını Python içinden kullanmanı sağlar.</a:t>
          </a:r>
        </a:p>
      </dgm:t>
    </dgm:pt>
    <dgm:pt modelId="{FE8FF8B9-9A98-4B19-805D-A10B4F7A48B6}" type="parTrans" cxnId="{B95102F7-CD4F-4E17-BF51-C598166A9C38}">
      <dgm:prSet/>
      <dgm:spPr/>
      <dgm:t>
        <a:bodyPr/>
        <a:lstStyle/>
        <a:p>
          <a:endParaRPr lang="en-US"/>
        </a:p>
      </dgm:t>
    </dgm:pt>
    <dgm:pt modelId="{BD7F4F3F-24C0-4470-A272-B81FEE96D6AC}" type="sibTrans" cxnId="{B95102F7-CD4F-4E17-BF51-C598166A9C38}">
      <dgm:prSet/>
      <dgm:spPr/>
      <dgm:t>
        <a:bodyPr/>
        <a:lstStyle/>
        <a:p>
          <a:endParaRPr lang="en-US"/>
        </a:p>
      </dgm:t>
    </dgm:pt>
    <dgm:pt modelId="{0454E6A8-B5F7-46F3-B37D-336EAD1882BF}" type="pres">
      <dgm:prSet presAssocID="{39C6DA86-AA93-4265-BABB-0ED52685E608}" presName="root" presStyleCnt="0">
        <dgm:presLayoutVars>
          <dgm:dir/>
          <dgm:resizeHandles val="exact"/>
        </dgm:presLayoutVars>
      </dgm:prSet>
      <dgm:spPr/>
    </dgm:pt>
    <dgm:pt modelId="{83ECEC6F-B426-4050-9F6F-7ADA59DC0529}" type="pres">
      <dgm:prSet presAssocID="{147EF28E-035A-4323-BACE-C47FDE79F1D1}" presName="compNode" presStyleCnt="0"/>
      <dgm:spPr/>
    </dgm:pt>
    <dgm:pt modelId="{32ECF2CC-8B8F-4967-929A-DA41E10AE9EB}" type="pres">
      <dgm:prSet presAssocID="{147EF28E-035A-4323-BACE-C47FDE79F1D1}" presName="bgRect" presStyleLbl="bgShp" presStyleIdx="0" presStyleCnt="3"/>
      <dgm:spPr/>
    </dgm:pt>
    <dgm:pt modelId="{24026126-B647-459B-9062-11083A985B3A}" type="pres">
      <dgm:prSet presAssocID="{147EF28E-035A-4323-BACE-C47FDE79F1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lgisayar"/>
        </a:ext>
      </dgm:extLst>
    </dgm:pt>
    <dgm:pt modelId="{74DC5E69-E5A9-45FA-B915-41510C00D7F7}" type="pres">
      <dgm:prSet presAssocID="{147EF28E-035A-4323-BACE-C47FDE79F1D1}" presName="spaceRect" presStyleCnt="0"/>
      <dgm:spPr/>
    </dgm:pt>
    <dgm:pt modelId="{464C6536-DE97-4DB2-BCB1-8B32BC76326F}" type="pres">
      <dgm:prSet presAssocID="{147EF28E-035A-4323-BACE-C47FDE79F1D1}" presName="parTx" presStyleLbl="revTx" presStyleIdx="0" presStyleCnt="3">
        <dgm:presLayoutVars>
          <dgm:chMax val="0"/>
          <dgm:chPref val="0"/>
        </dgm:presLayoutVars>
      </dgm:prSet>
      <dgm:spPr/>
    </dgm:pt>
    <dgm:pt modelId="{7A2BFEB6-EC3A-4721-B6D9-45931D17268D}" type="pres">
      <dgm:prSet presAssocID="{AF84BADD-7198-457F-9438-9DD89C289D8E}" presName="sibTrans" presStyleCnt="0"/>
      <dgm:spPr/>
    </dgm:pt>
    <dgm:pt modelId="{4E178C10-1DFA-4E8F-B533-08BF561A2168}" type="pres">
      <dgm:prSet presAssocID="{CBC8E5D7-F8F3-47E4-B82D-31ACBB6FD5E5}" presName="compNode" presStyleCnt="0"/>
      <dgm:spPr/>
    </dgm:pt>
    <dgm:pt modelId="{BD70C623-FF96-408A-924A-31AA62AC67D9}" type="pres">
      <dgm:prSet presAssocID="{CBC8E5D7-F8F3-47E4-B82D-31ACBB6FD5E5}" presName="bgRect" presStyleLbl="bgShp" presStyleIdx="1" presStyleCnt="3"/>
      <dgm:spPr/>
    </dgm:pt>
    <dgm:pt modelId="{AD600507-5A72-4E72-8CAB-FB88AEE7EF67}" type="pres">
      <dgm:prSet presAssocID="{CBC8E5D7-F8F3-47E4-B82D-31ACBB6FD5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E69939F6-F34D-4AAA-805A-66F075D1CBC8}" type="pres">
      <dgm:prSet presAssocID="{CBC8E5D7-F8F3-47E4-B82D-31ACBB6FD5E5}" presName="spaceRect" presStyleCnt="0"/>
      <dgm:spPr/>
    </dgm:pt>
    <dgm:pt modelId="{D691912E-E8B7-4750-8BC5-53BBBEFEB5BB}" type="pres">
      <dgm:prSet presAssocID="{CBC8E5D7-F8F3-47E4-B82D-31ACBB6FD5E5}" presName="parTx" presStyleLbl="revTx" presStyleIdx="1" presStyleCnt="3">
        <dgm:presLayoutVars>
          <dgm:chMax val="0"/>
          <dgm:chPref val="0"/>
        </dgm:presLayoutVars>
      </dgm:prSet>
      <dgm:spPr/>
    </dgm:pt>
    <dgm:pt modelId="{D4F53A89-95EF-480E-9915-72E27841414C}" type="pres">
      <dgm:prSet presAssocID="{EE39A2A0-0AC8-4D39-968F-126ACF1D3D90}" presName="sibTrans" presStyleCnt="0"/>
      <dgm:spPr/>
    </dgm:pt>
    <dgm:pt modelId="{C3296CA6-F187-44F3-8524-DF2C1FEACF41}" type="pres">
      <dgm:prSet presAssocID="{1B941DDD-BDA4-4E2B-9268-0DCADF89631E}" presName="compNode" presStyleCnt="0"/>
      <dgm:spPr/>
    </dgm:pt>
    <dgm:pt modelId="{EBBD6629-1881-456B-8C2B-6FB24D2E76F6}" type="pres">
      <dgm:prSet presAssocID="{1B941DDD-BDA4-4E2B-9268-0DCADF89631E}" presName="bgRect" presStyleLbl="bgShp" presStyleIdx="2" presStyleCnt="3"/>
      <dgm:spPr/>
    </dgm:pt>
    <dgm:pt modelId="{20C04854-7769-47FE-AB6F-91C6F34FA1CF}" type="pres">
      <dgm:prSet presAssocID="{1B941DDD-BDA4-4E2B-9268-0DCADF89631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cı"/>
        </a:ext>
      </dgm:extLst>
    </dgm:pt>
    <dgm:pt modelId="{5C1F9807-C247-40CD-BE43-058DC240081A}" type="pres">
      <dgm:prSet presAssocID="{1B941DDD-BDA4-4E2B-9268-0DCADF89631E}" presName="spaceRect" presStyleCnt="0"/>
      <dgm:spPr/>
    </dgm:pt>
    <dgm:pt modelId="{77F24B5E-9532-4235-8D53-FDADA9AD105D}" type="pres">
      <dgm:prSet presAssocID="{1B941DDD-BDA4-4E2B-9268-0DCADF89631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FCFCA6B-FB5D-4226-B6B5-4752FFE1C32C}" type="presOf" srcId="{147EF28E-035A-4323-BACE-C47FDE79F1D1}" destId="{464C6536-DE97-4DB2-BCB1-8B32BC76326F}" srcOrd="0" destOrd="0" presId="urn:microsoft.com/office/officeart/2018/2/layout/IconVerticalSolidList"/>
    <dgm:cxn modelId="{8A944B5A-52E5-4DB1-836D-8BD994AB86DC}" type="presOf" srcId="{1B941DDD-BDA4-4E2B-9268-0DCADF89631E}" destId="{77F24B5E-9532-4235-8D53-FDADA9AD105D}" srcOrd="0" destOrd="0" presId="urn:microsoft.com/office/officeart/2018/2/layout/IconVerticalSolidList"/>
    <dgm:cxn modelId="{222D937E-51FC-4895-9D53-242A0E5F933D}" srcId="{39C6DA86-AA93-4265-BABB-0ED52685E608}" destId="{147EF28E-035A-4323-BACE-C47FDE79F1D1}" srcOrd="0" destOrd="0" parTransId="{5B4C6F92-C047-4AD4-B78D-44C776CB8542}" sibTransId="{AF84BADD-7198-457F-9438-9DD89C289D8E}"/>
    <dgm:cxn modelId="{396B849F-02C4-414B-B6D7-F2026AFD48CA}" type="presOf" srcId="{39C6DA86-AA93-4265-BABB-0ED52685E608}" destId="{0454E6A8-B5F7-46F3-B37D-336EAD1882BF}" srcOrd="0" destOrd="0" presId="urn:microsoft.com/office/officeart/2018/2/layout/IconVerticalSolidList"/>
    <dgm:cxn modelId="{5830BAD8-9E88-4AC0-83A0-2E235751B5D7}" type="presOf" srcId="{CBC8E5D7-F8F3-47E4-B82D-31ACBB6FD5E5}" destId="{D691912E-E8B7-4750-8BC5-53BBBEFEB5BB}" srcOrd="0" destOrd="0" presId="urn:microsoft.com/office/officeart/2018/2/layout/IconVerticalSolidList"/>
    <dgm:cxn modelId="{0704D5E6-B193-4187-A6A9-3244F7A81F3B}" srcId="{39C6DA86-AA93-4265-BABB-0ED52685E608}" destId="{CBC8E5D7-F8F3-47E4-B82D-31ACBB6FD5E5}" srcOrd="1" destOrd="0" parTransId="{F3BD7D76-C0FD-4C4F-99D7-DBD62C8A45AA}" sibTransId="{EE39A2A0-0AC8-4D39-968F-126ACF1D3D90}"/>
    <dgm:cxn modelId="{B95102F7-CD4F-4E17-BF51-C598166A9C38}" srcId="{39C6DA86-AA93-4265-BABB-0ED52685E608}" destId="{1B941DDD-BDA4-4E2B-9268-0DCADF89631E}" srcOrd="2" destOrd="0" parTransId="{FE8FF8B9-9A98-4B19-805D-A10B4F7A48B6}" sibTransId="{BD7F4F3F-24C0-4470-A272-B81FEE96D6AC}"/>
    <dgm:cxn modelId="{676881F4-CF1E-4792-A1F3-3F809425768A}" type="presParOf" srcId="{0454E6A8-B5F7-46F3-B37D-336EAD1882BF}" destId="{83ECEC6F-B426-4050-9F6F-7ADA59DC0529}" srcOrd="0" destOrd="0" presId="urn:microsoft.com/office/officeart/2018/2/layout/IconVerticalSolidList"/>
    <dgm:cxn modelId="{2C7ADE6B-833A-4851-9B1D-579A83FC8B23}" type="presParOf" srcId="{83ECEC6F-B426-4050-9F6F-7ADA59DC0529}" destId="{32ECF2CC-8B8F-4967-929A-DA41E10AE9EB}" srcOrd="0" destOrd="0" presId="urn:microsoft.com/office/officeart/2018/2/layout/IconVerticalSolidList"/>
    <dgm:cxn modelId="{CBF555E5-68B4-4020-9F06-EA6156C8F5FD}" type="presParOf" srcId="{83ECEC6F-B426-4050-9F6F-7ADA59DC0529}" destId="{24026126-B647-459B-9062-11083A985B3A}" srcOrd="1" destOrd="0" presId="urn:microsoft.com/office/officeart/2018/2/layout/IconVerticalSolidList"/>
    <dgm:cxn modelId="{6BFD1DDF-B5C0-4652-A977-06054DD93BBD}" type="presParOf" srcId="{83ECEC6F-B426-4050-9F6F-7ADA59DC0529}" destId="{74DC5E69-E5A9-45FA-B915-41510C00D7F7}" srcOrd="2" destOrd="0" presId="urn:microsoft.com/office/officeart/2018/2/layout/IconVerticalSolidList"/>
    <dgm:cxn modelId="{B3D4A1CD-909C-4173-A174-B6A032531EB4}" type="presParOf" srcId="{83ECEC6F-B426-4050-9F6F-7ADA59DC0529}" destId="{464C6536-DE97-4DB2-BCB1-8B32BC76326F}" srcOrd="3" destOrd="0" presId="urn:microsoft.com/office/officeart/2018/2/layout/IconVerticalSolidList"/>
    <dgm:cxn modelId="{7EFA82FB-F558-454F-A407-8D534D41267D}" type="presParOf" srcId="{0454E6A8-B5F7-46F3-B37D-336EAD1882BF}" destId="{7A2BFEB6-EC3A-4721-B6D9-45931D17268D}" srcOrd="1" destOrd="0" presId="urn:microsoft.com/office/officeart/2018/2/layout/IconVerticalSolidList"/>
    <dgm:cxn modelId="{FF604665-AB66-45EB-B5BE-3F8076D10700}" type="presParOf" srcId="{0454E6A8-B5F7-46F3-B37D-336EAD1882BF}" destId="{4E178C10-1DFA-4E8F-B533-08BF561A2168}" srcOrd="2" destOrd="0" presId="urn:microsoft.com/office/officeart/2018/2/layout/IconVerticalSolidList"/>
    <dgm:cxn modelId="{54D2C70E-25C2-449E-9F2A-9718062CA21C}" type="presParOf" srcId="{4E178C10-1DFA-4E8F-B533-08BF561A2168}" destId="{BD70C623-FF96-408A-924A-31AA62AC67D9}" srcOrd="0" destOrd="0" presId="urn:microsoft.com/office/officeart/2018/2/layout/IconVerticalSolidList"/>
    <dgm:cxn modelId="{50E3B679-3359-4DA5-8A8E-D75E395C1BEF}" type="presParOf" srcId="{4E178C10-1DFA-4E8F-B533-08BF561A2168}" destId="{AD600507-5A72-4E72-8CAB-FB88AEE7EF67}" srcOrd="1" destOrd="0" presId="urn:microsoft.com/office/officeart/2018/2/layout/IconVerticalSolidList"/>
    <dgm:cxn modelId="{9FEE5EC7-DB34-4D34-9545-AFD23BDA3CB3}" type="presParOf" srcId="{4E178C10-1DFA-4E8F-B533-08BF561A2168}" destId="{E69939F6-F34D-4AAA-805A-66F075D1CBC8}" srcOrd="2" destOrd="0" presId="urn:microsoft.com/office/officeart/2018/2/layout/IconVerticalSolidList"/>
    <dgm:cxn modelId="{6031B124-A7EE-43ED-B80C-A2EB68F17264}" type="presParOf" srcId="{4E178C10-1DFA-4E8F-B533-08BF561A2168}" destId="{D691912E-E8B7-4750-8BC5-53BBBEFEB5BB}" srcOrd="3" destOrd="0" presId="urn:microsoft.com/office/officeart/2018/2/layout/IconVerticalSolidList"/>
    <dgm:cxn modelId="{FBE79C1F-7ADD-4206-83F4-E40E6DA7F210}" type="presParOf" srcId="{0454E6A8-B5F7-46F3-B37D-336EAD1882BF}" destId="{D4F53A89-95EF-480E-9915-72E27841414C}" srcOrd="3" destOrd="0" presId="urn:microsoft.com/office/officeart/2018/2/layout/IconVerticalSolidList"/>
    <dgm:cxn modelId="{960E566A-8BFF-4F8C-92D2-5B4E0E8CD0F2}" type="presParOf" srcId="{0454E6A8-B5F7-46F3-B37D-336EAD1882BF}" destId="{C3296CA6-F187-44F3-8524-DF2C1FEACF41}" srcOrd="4" destOrd="0" presId="urn:microsoft.com/office/officeart/2018/2/layout/IconVerticalSolidList"/>
    <dgm:cxn modelId="{0984A63C-2717-4683-ACF1-1CD55B052664}" type="presParOf" srcId="{C3296CA6-F187-44F3-8524-DF2C1FEACF41}" destId="{EBBD6629-1881-456B-8C2B-6FB24D2E76F6}" srcOrd="0" destOrd="0" presId="urn:microsoft.com/office/officeart/2018/2/layout/IconVerticalSolidList"/>
    <dgm:cxn modelId="{D5973D22-39A1-4909-9209-BD6DBE900D7C}" type="presParOf" srcId="{C3296CA6-F187-44F3-8524-DF2C1FEACF41}" destId="{20C04854-7769-47FE-AB6F-91C6F34FA1CF}" srcOrd="1" destOrd="0" presId="urn:microsoft.com/office/officeart/2018/2/layout/IconVerticalSolidList"/>
    <dgm:cxn modelId="{E8FDCF3A-C4AF-4FE8-9F09-24A6A0287A01}" type="presParOf" srcId="{C3296CA6-F187-44F3-8524-DF2C1FEACF41}" destId="{5C1F9807-C247-40CD-BE43-058DC240081A}" srcOrd="2" destOrd="0" presId="urn:microsoft.com/office/officeart/2018/2/layout/IconVerticalSolidList"/>
    <dgm:cxn modelId="{48382D97-1F57-4B6E-90F5-3AA8114A6023}" type="presParOf" srcId="{C3296CA6-F187-44F3-8524-DF2C1FEACF41}" destId="{77F24B5E-9532-4235-8D53-FDADA9AD10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0E7CD3-6E7A-437F-940B-CA1110FDE8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E208BD-5341-439C-8EC7-4FC9856D1B95}">
      <dgm:prSet/>
      <dgm:spPr/>
      <dgm:t>
        <a:bodyPr/>
        <a:lstStyle/>
        <a:p>
          <a:r>
            <a:rPr lang="en-US"/>
            <a:t>• Pencereler, butonlar, formlar</a:t>
          </a:r>
        </a:p>
      </dgm:t>
    </dgm:pt>
    <dgm:pt modelId="{9A29FE0C-444C-48BF-A923-D4AB12405A50}" type="parTrans" cxnId="{6C06B8FB-BF1E-4E50-B824-2DDA43739F2D}">
      <dgm:prSet/>
      <dgm:spPr/>
      <dgm:t>
        <a:bodyPr/>
        <a:lstStyle/>
        <a:p>
          <a:endParaRPr lang="en-US"/>
        </a:p>
      </dgm:t>
    </dgm:pt>
    <dgm:pt modelId="{530B6C1B-8206-4720-A8AD-62E33663A606}" type="sibTrans" cxnId="{6C06B8FB-BF1E-4E50-B824-2DDA43739F2D}">
      <dgm:prSet/>
      <dgm:spPr/>
      <dgm:t>
        <a:bodyPr/>
        <a:lstStyle/>
        <a:p>
          <a:endParaRPr lang="en-US"/>
        </a:p>
      </dgm:t>
    </dgm:pt>
    <dgm:pt modelId="{CBC8B87A-E8F4-4861-9548-305232CAC693}">
      <dgm:prSet/>
      <dgm:spPr/>
      <dgm:t>
        <a:bodyPr/>
        <a:lstStyle/>
        <a:p>
          <a:r>
            <a:rPr lang="en-US"/>
            <a:t>• Veri giriş arayüzleri</a:t>
          </a:r>
        </a:p>
      </dgm:t>
    </dgm:pt>
    <dgm:pt modelId="{18916A0E-D884-4E86-8177-88CCAF74A754}" type="parTrans" cxnId="{52D0E17C-7691-44C4-97A8-243F6AD64C79}">
      <dgm:prSet/>
      <dgm:spPr/>
      <dgm:t>
        <a:bodyPr/>
        <a:lstStyle/>
        <a:p>
          <a:endParaRPr lang="en-US"/>
        </a:p>
      </dgm:t>
    </dgm:pt>
    <dgm:pt modelId="{315E685A-70AB-4246-A2A4-EDA91C3AD2BC}" type="sibTrans" cxnId="{52D0E17C-7691-44C4-97A8-243F6AD64C79}">
      <dgm:prSet/>
      <dgm:spPr/>
      <dgm:t>
        <a:bodyPr/>
        <a:lstStyle/>
        <a:p>
          <a:endParaRPr lang="en-US"/>
        </a:p>
      </dgm:t>
    </dgm:pt>
    <dgm:pt modelId="{7520898D-960E-4E14-ADFF-9C55D52F2D80}">
      <dgm:prSet/>
      <dgm:spPr/>
      <dgm:t>
        <a:bodyPr/>
        <a:lstStyle/>
        <a:p>
          <a:r>
            <a:rPr lang="en-US"/>
            <a:t>• Dosya açma/kaydetme ekranları</a:t>
          </a:r>
        </a:p>
      </dgm:t>
    </dgm:pt>
    <dgm:pt modelId="{BED9ED34-48C0-40F1-AF3C-E0B9C16E0864}" type="parTrans" cxnId="{ED7D7499-A6E5-43AE-8274-09BD067A452E}">
      <dgm:prSet/>
      <dgm:spPr/>
      <dgm:t>
        <a:bodyPr/>
        <a:lstStyle/>
        <a:p>
          <a:endParaRPr lang="en-US"/>
        </a:p>
      </dgm:t>
    </dgm:pt>
    <dgm:pt modelId="{9A5F2B8C-52E3-404D-BD64-85E8C680224E}" type="sibTrans" cxnId="{ED7D7499-A6E5-43AE-8274-09BD067A452E}">
      <dgm:prSet/>
      <dgm:spPr/>
      <dgm:t>
        <a:bodyPr/>
        <a:lstStyle/>
        <a:p>
          <a:endParaRPr lang="en-US"/>
        </a:p>
      </dgm:t>
    </dgm:pt>
    <dgm:pt modelId="{9E559E4D-E450-4D43-8379-5762D411D720}">
      <dgm:prSet/>
      <dgm:spPr/>
      <dgm:t>
        <a:bodyPr/>
        <a:lstStyle/>
        <a:p>
          <a:r>
            <a:rPr lang="en-US"/>
            <a:t>• Gelişmiş masaüstü yazılımlar</a:t>
          </a:r>
        </a:p>
      </dgm:t>
    </dgm:pt>
    <dgm:pt modelId="{787A7D66-4275-479A-8CA7-E337271F6B93}" type="parTrans" cxnId="{AC928FC4-6D5C-47E9-AAEA-58CBEA56DD02}">
      <dgm:prSet/>
      <dgm:spPr/>
      <dgm:t>
        <a:bodyPr/>
        <a:lstStyle/>
        <a:p>
          <a:endParaRPr lang="en-US"/>
        </a:p>
      </dgm:t>
    </dgm:pt>
    <dgm:pt modelId="{2803A2F8-2996-4E81-8701-68CF4D1BC6E0}" type="sibTrans" cxnId="{AC928FC4-6D5C-47E9-AAEA-58CBEA56DD02}">
      <dgm:prSet/>
      <dgm:spPr/>
      <dgm:t>
        <a:bodyPr/>
        <a:lstStyle/>
        <a:p>
          <a:endParaRPr lang="en-US"/>
        </a:p>
      </dgm:t>
    </dgm:pt>
    <dgm:pt modelId="{4A93DE55-2ADE-44B7-8624-1564857A7A01}" type="pres">
      <dgm:prSet presAssocID="{340E7CD3-6E7A-437F-940B-CA1110FDE884}" presName="root" presStyleCnt="0">
        <dgm:presLayoutVars>
          <dgm:dir/>
          <dgm:resizeHandles val="exact"/>
        </dgm:presLayoutVars>
      </dgm:prSet>
      <dgm:spPr/>
    </dgm:pt>
    <dgm:pt modelId="{5022607F-4791-428E-BCA5-2FB724C86519}" type="pres">
      <dgm:prSet presAssocID="{A4E208BD-5341-439C-8EC7-4FC9856D1B95}" presName="compNode" presStyleCnt="0"/>
      <dgm:spPr/>
    </dgm:pt>
    <dgm:pt modelId="{C4BCB17C-FEDE-4228-AB04-A543F2E855E8}" type="pres">
      <dgm:prSet presAssocID="{A4E208BD-5341-439C-8EC7-4FC9856D1B95}" presName="bgRect" presStyleLbl="bgShp" presStyleIdx="0" presStyleCnt="4"/>
      <dgm:spPr/>
    </dgm:pt>
    <dgm:pt modelId="{E209027E-B3B9-40CB-8A7F-8D31183FF894}" type="pres">
      <dgm:prSet presAssocID="{A4E208BD-5341-439C-8EC7-4FC9856D1B9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36857FA5-B8F6-4B94-8EE0-878B280EB3B3}" type="pres">
      <dgm:prSet presAssocID="{A4E208BD-5341-439C-8EC7-4FC9856D1B95}" presName="spaceRect" presStyleCnt="0"/>
      <dgm:spPr/>
    </dgm:pt>
    <dgm:pt modelId="{38CDAFB5-DC18-48D8-9F7D-B7C4A42CF6B7}" type="pres">
      <dgm:prSet presAssocID="{A4E208BD-5341-439C-8EC7-4FC9856D1B95}" presName="parTx" presStyleLbl="revTx" presStyleIdx="0" presStyleCnt="4">
        <dgm:presLayoutVars>
          <dgm:chMax val="0"/>
          <dgm:chPref val="0"/>
        </dgm:presLayoutVars>
      </dgm:prSet>
      <dgm:spPr/>
    </dgm:pt>
    <dgm:pt modelId="{E72F2E93-D479-4B9D-B29A-C131B0CECD21}" type="pres">
      <dgm:prSet presAssocID="{530B6C1B-8206-4720-A8AD-62E33663A606}" presName="sibTrans" presStyleCnt="0"/>
      <dgm:spPr/>
    </dgm:pt>
    <dgm:pt modelId="{599F3B92-43F4-43BC-844F-7711A79AC83B}" type="pres">
      <dgm:prSet presAssocID="{CBC8B87A-E8F4-4861-9548-305232CAC693}" presName="compNode" presStyleCnt="0"/>
      <dgm:spPr/>
    </dgm:pt>
    <dgm:pt modelId="{76FD7B5C-F9C9-4CCD-93CE-36A5D3C48296}" type="pres">
      <dgm:prSet presAssocID="{CBC8B87A-E8F4-4861-9548-305232CAC693}" presName="bgRect" presStyleLbl="bgShp" presStyleIdx="1" presStyleCnt="4"/>
      <dgm:spPr/>
    </dgm:pt>
    <dgm:pt modelId="{88D612D0-9C3A-46B9-8B59-F62FD904992D}" type="pres">
      <dgm:prSet presAssocID="{CBC8B87A-E8F4-4861-9548-305232CAC69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lgisayar"/>
        </a:ext>
      </dgm:extLst>
    </dgm:pt>
    <dgm:pt modelId="{25BB121F-BD98-43FC-8097-870EF6004412}" type="pres">
      <dgm:prSet presAssocID="{CBC8B87A-E8F4-4861-9548-305232CAC693}" presName="spaceRect" presStyleCnt="0"/>
      <dgm:spPr/>
    </dgm:pt>
    <dgm:pt modelId="{AE7755B1-B9B2-40C1-8BB6-CC03E629789B}" type="pres">
      <dgm:prSet presAssocID="{CBC8B87A-E8F4-4861-9548-305232CAC693}" presName="parTx" presStyleLbl="revTx" presStyleIdx="1" presStyleCnt="4">
        <dgm:presLayoutVars>
          <dgm:chMax val="0"/>
          <dgm:chPref val="0"/>
        </dgm:presLayoutVars>
      </dgm:prSet>
      <dgm:spPr/>
    </dgm:pt>
    <dgm:pt modelId="{030E8806-4C72-49C4-9F26-D6668E71E6E9}" type="pres">
      <dgm:prSet presAssocID="{315E685A-70AB-4246-A2A4-EDA91C3AD2BC}" presName="sibTrans" presStyleCnt="0"/>
      <dgm:spPr/>
    </dgm:pt>
    <dgm:pt modelId="{5BE5C98A-E8E8-46E9-A538-6AFA0A873BDC}" type="pres">
      <dgm:prSet presAssocID="{7520898D-960E-4E14-ADFF-9C55D52F2D80}" presName="compNode" presStyleCnt="0"/>
      <dgm:spPr/>
    </dgm:pt>
    <dgm:pt modelId="{DF86EA05-EDCC-45E4-9973-4737F448D149}" type="pres">
      <dgm:prSet presAssocID="{7520898D-960E-4E14-ADFF-9C55D52F2D80}" presName="bgRect" presStyleLbl="bgShp" presStyleIdx="2" presStyleCnt="4"/>
      <dgm:spPr/>
    </dgm:pt>
    <dgm:pt modelId="{A8258638-78A3-4BB4-93FE-BC171AEADF3F}" type="pres">
      <dgm:prSet presAssocID="{7520898D-960E-4E14-ADFF-9C55D52F2D8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FDF4B3D-24C9-4FAE-8702-F890538C7B8C}" type="pres">
      <dgm:prSet presAssocID="{7520898D-960E-4E14-ADFF-9C55D52F2D80}" presName="spaceRect" presStyleCnt="0"/>
      <dgm:spPr/>
    </dgm:pt>
    <dgm:pt modelId="{885A6055-12FD-49D6-B465-A36275D8853D}" type="pres">
      <dgm:prSet presAssocID="{7520898D-960E-4E14-ADFF-9C55D52F2D80}" presName="parTx" presStyleLbl="revTx" presStyleIdx="2" presStyleCnt="4">
        <dgm:presLayoutVars>
          <dgm:chMax val="0"/>
          <dgm:chPref val="0"/>
        </dgm:presLayoutVars>
      </dgm:prSet>
      <dgm:spPr/>
    </dgm:pt>
    <dgm:pt modelId="{614D08AE-9202-4E2C-9C50-D8EBAA0BB400}" type="pres">
      <dgm:prSet presAssocID="{9A5F2B8C-52E3-404D-BD64-85E8C680224E}" presName="sibTrans" presStyleCnt="0"/>
      <dgm:spPr/>
    </dgm:pt>
    <dgm:pt modelId="{1C49ED5B-CCB8-4C07-A7F7-08EB900A50C2}" type="pres">
      <dgm:prSet presAssocID="{9E559E4D-E450-4D43-8379-5762D411D720}" presName="compNode" presStyleCnt="0"/>
      <dgm:spPr/>
    </dgm:pt>
    <dgm:pt modelId="{331D87EC-8E0D-4E33-AB2C-1084CFA83FD8}" type="pres">
      <dgm:prSet presAssocID="{9E559E4D-E450-4D43-8379-5762D411D720}" presName="bgRect" presStyleLbl="bgShp" presStyleIdx="3" presStyleCnt="4"/>
      <dgm:spPr/>
    </dgm:pt>
    <dgm:pt modelId="{6479B631-9583-4F5F-BD8C-76C988393567}" type="pres">
      <dgm:prSet presAssocID="{9E559E4D-E450-4D43-8379-5762D411D72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ör"/>
        </a:ext>
      </dgm:extLst>
    </dgm:pt>
    <dgm:pt modelId="{7303004F-21EF-4011-AD81-BD848FB9B504}" type="pres">
      <dgm:prSet presAssocID="{9E559E4D-E450-4D43-8379-5762D411D720}" presName="spaceRect" presStyleCnt="0"/>
      <dgm:spPr/>
    </dgm:pt>
    <dgm:pt modelId="{92FCFE59-38BE-4B4E-9655-79286B628DCA}" type="pres">
      <dgm:prSet presAssocID="{9E559E4D-E450-4D43-8379-5762D411D72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A4DBD13-1FBC-4369-83F7-503D0F46A1EA}" type="presOf" srcId="{CBC8B87A-E8F4-4861-9548-305232CAC693}" destId="{AE7755B1-B9B2-40C1-8BB6-CC03E629789B}" srcOrd="0" destOrd="0" presId="urn:microsoft.com/office/officeart/2018/2/layout/IconVerticalSolidList"/>
    <dgm:cxn modelId="{CCDF943B-9E50-45BF-B2D8-584D618D52EB}" type="presOf" srcId="{A4E208BD-5341-439C-8EC7-4FC9856D1B95}" destId="{38CDAFB5-DC18-48D8-9F7D-B7C4A42CF6B7}" srcOrd="0" destOrd="0" presId="urn:microsoft.com/office/officeart/2018/2/layout/IconVerticalSolidList"/>
    <dgm:cxn modelId="{11106E6A-DFA1-4719-B8B9-4152B60AC104}" type="presOf" srcId="{340E7CD3-6E7A-437F-940B-CA1110FDE884}" destId="{4A93DE55-2ADE-44B7-8624-1564857A7A01}" srcOrd="0" destOrd="0" presId="urn:microsoft.com/office/officeart/2018/2/layout/IconVerticalSolidList"/>
    <dgm:cxn modelId="{52D0E17C-7691-44C4-97A8-243F6AD64C79}" srcId="{340E7CD3-6E7A-437F-940B-CA1110FDE884}" destId="{CBC8B87A-E8F4-4861-9548-305232CAC693}" srcOrd="1" destOrd="0" parTransId="{18916A0E-D884-4E86-8177-88CCAF74A754}" sibTransId="{315E685A-70AB-4246-A2A4-EDA91C3AD2BC}"/>
    <dgm:cxn modelId="{9C0B757E-25C1-4D2A-837A-B06B1D3394A9}" type="presOf" srcId="{7520898D-960E-4E14-ADFF-9C55D52F2D80}" destId="{885A6055-12FD-49D6-B465-A36275D8853D}" srcOrd="0" destOrd="0" presId="urn:microsoft.com/office/officeart/2018/2/layout/IconVerticalSolidList"/>
    <dgm:cxn modelId="{ED7D7499-A6E5-43AE-8274-09BD067A452E}" srcId="{340E7CD3-6E7A-437F-940B-CA1110FDE884}" destId="{7520898D-960E-4E14-ADFF-9C55D52F2D80}" srcOrd="2" destOrd="0" parTransId="{BED9ED34-48C0-40F1-AF3C-E0B9C16E0864}" sibTransId="{9A5F2B8C-52E3-404D-BD64-85E8C680224E}"/>
    <dgm:cxn modelId="{9AC121C4-4AA0-4008-9007-8EFE07E54B54}" type="presOf" srcId="{9E559E4D-E450-4D43-8379-5762D411D720}" destId="{92FCFE59-38BE-4B4E-9655-79286B628DCA}" srcOrd="0" destOrd="0" presId="urn:microsoft.com/office/officeart/2018/2/layout/IconVerticalSolidList"/>
    <dgm:cxn modelId="{AC928FC4-6D5C-47E9-AAEA-58CBEA56DD02}" srcId="{340E7CD3-6E7A-437F-940B-CA1110FDE884}" destId="{9E559E4D-E450-4D43-8379-5762D411D720}" srcOrd="3" destOrd="0" parTransId="{787A7D66-4275-479A-8CA7-E337271F6B93}" sibTransId="{2803A2F8-2996-4E81-8701-68CF4D1BC6E0}"/>
    <dgm:cxn modelId="{6C06B8FB-BF1E-4E50-B824-2DDA43739F2D}" srcId="{340E7CD3-6E7A-437F-940B-CA1110FDE884}" destId="{A4E208BD-5341-439C-8EC7-4FC9856D1B95}" srcOrd="0" destOrd="0" parTransId="{9A29FE0C-444C-48BF-A923-D4AB12405A50}" sibTransId="{530B6C1B-8206-4720-A8AD-62E33663A606}"/>
    <dgm:cxn modelId="{F33F984D-F1AA-450D-88A1-7BC04ACA8B1D}" type="presParOf" srcId="{4A93DE55-2ADE-44B7-8624-1564857A7A01}" destId="{5022607F-4791-428E-BCA5-2FB724C86519}" srcOrd="0" destOrd="0" presId="urn:microsoft.com/office/officeart/2018/2/layout/IconVerticalSolidList"/>
    <dgm:cxn modelId="{533CF10C-A9FD-41B0-AE2F-3F97F920D574}" type="presParOf" srcId="{5022607F-4791-428E-BCA5-2FB724C86519}" destId="{C4BCB17C-FEDE-4228-AB04-A543F2E855E8}" srcOrd="0" destOrd="0" presId="urn:microsoft.com/office/officeart/2018/2/layout/IconVerticalSolidList"/>
    <dgm:cxn modelId="{DD697FD9-12D0-4A50-9896-E4ED38627ACC}" type="presParOf" srcId="{5022607F-4791-428E-BCA5-2FB724C86519}" destId="{E209027E-B3B9-40CB-8A7F-8D31183FF894}" srcOrd="1" destOrd="0" presId="urn:microsoft.com/office/officeart/2018/2/layout/IconVerticalSolidList"/>
    <dgm:cxn modelId="{7F213764-1C33-473D-A591-2BAA39E574BD}" type="presParOf" srcId="{5022607F-4791-428E-BCA5-2FB724C86519}" destId="{36857FA5-B8F6-4B94-8EE0-878B280EB3B3}" srcOrd="2" destOrd="0" presId="urn:microsoft.com/office/officeart/2018/2/layout/IconVerticalSolidList"/>
    <dgm:cxn modelId="{27ADFA44-97E7-45FC-9FA7-48999356B99F}" type="presParOf" srcId="{5022607F-4791-428E-BCA5-2FB724C86519}" destId="{38CDAFB5-DC18-48D8-9F7D-B7C4A42CF6B7}" srcOrd="3" destOrd="0" presId="urn:microsoft.com/office/officeart/2018/2/layout/IconVerticalSolidList"/>
    <dgm:cxn modelId="{10D24AFA-B973-4698-985F-5DFBB94BBA9D}" type="presParOf" srcId="{4A93DE55-2ADE-44B7-8624-1564857A7A01}" destId="{E72F2E93-D479-4B9D-B29A-C131B0CECD21}" srcOrd="1" destOrd="0" presId="urn:microsoft.com/office/officeart/2018/2/layout/IconVerticalSolidList"/>
    <dgm:cxn modelId="{0CEF36DC-A255-4DD0-9171-4E1E0AE3E556}" type="presParOf" srcId="{4A93DE55-2ADE-44B7-8624-1564857A7A01}" destId="{599F3B92-43F4-43BC-844F-7711A79AC83B}" srcOrd="2" destOrd="0" presId="urn:microsoft.com/office/officeart/2018/2/layout/IconVerticalSolidList"/>
    <dgm:cxn modelId="{69161AAB-D9C0-4CB6-AB04-B0B35C50BEB4}" type="presParOf" srcId="{599F3B92-43F4-43BC-844F-7711A79AC83B}" destId="{76FD7B5C-F9C9-4CCD-93CE-36A5D3C48296}" srcOrd="0" destOrd="0" presId="urn:microsoft.com/office/officeart/2018/2/layout/IconVerticalSolidList"/>
    <dgm:cxn modelId="{A76ADE7F-62F2-4834-B733-C364B0493A43}" type="presParOf" srcId="{599F3B92-43F4-43BC-844F-7711A79AC83B}" destId="{88D612D0-9C3A-46B9-8B59-F62FD904992D}" srcOrd="1" destOrd="0" presId="urn:microsoft.com/office/officeart/2018/2/layout/IconVerticalSolidList"/>
    <dgm:cxn modelId="{94A4E419-3C6D-4354-A8EA-587CC262574A}" type="presParOf" srcId="{599F3B92-43F4-43BC-844F-7711A79AC83B}" destId="{25BB121F-BD98-43FC-8097-870EF6004412}" srcOrd="2" destOrd="0" presId="urn:microsoft.com/office/officeart/2018/2/layout/IconVerticalSolidList"/>
    <dgm:cxn modelId="{48364A3E-35BB-4B06-8F03-E99B850DD793}" type="presParOf" srcId="{599F3B92-43F4-43BC-844F-7711A79AC83B}" destId="{AE7755B1-B9B2-40C1-8BB6-CC03E629789B}" srcOrd="3" destOrd="0" presId="urn:microsoft.com/office/officeart/2018/2/layout/IconVerticalSolidList"/>
    <dgm:cxn modelId="{EF80CA3A-EF66-42CF-9606-3ACAF064EBF3}" type="presParOf" srcId="{4A93DE55-2ADE-44B7-8624-1564857A7A01}" destId="{030E8806-4C72-49C4-9F26-D6668E71E6E9}" srcOrd="3" destOrd="0" presId="urn:microsoft.com/office/officeart/2018/2/layout/IconVerticalSolidList"/>
    <dgm:cxn modelId="{746F8C6D-8D5D-4978-8C74-6E9B17197F2F}" type="presParOf" srcId="{4A93DE55-2ADE-44B7-8624-1564857A7A01}" destId="{5BE5C98A-E8E8-46E9-A538-6AFA0A873BDC}" srcOrd="4" destOrd="0" presId="urn:microsoft.com/office/officeart/2018/2/layout/IconVerticalSolidList"/>
    <dgm:cxn modelId="{9D6249DD-3DF9-425E-B936-07BFA9AC6962}" type="presParOf" srcId="{5BE5C98A-E8E8-46E9-A538-6AFA0A873BDC}" destId="{DF86EA05-EDCC-45E4-9973-4737F448D149}" srcOrd="0" destOrd="0" presId="urn:microsoft.com/office/officeart/2018/2/layout/IconVerticalSolidList"/>
    <dgm:cxn modelId="{6BC7A685-A921-486E-B9D2-B6B1434504C5}" type="presParOf" srcId="{5BE5C98A-E8E8-46E9-A538-6AFA0A873BDC}" destId="{A8258638-78A3-4BB4-93FE-BC171AEADF3F}" srcOrd="1" destOrd="0" presId="urn:microsoft.com/office/officeart/2018/2/layout/IconVerticalSolidList"/>
    <dgm:cxn modelId="{44988DD8-2C3C-41B8-B406-7AE05D1CB4A4}" type="presParOf" srcId="{5BE5C98A-E8E8-46E9-A538-6AFA0A873BDC}" destId="{2FDF4B3D-24C9-4FAE-8702-F890538C7B8C}" srcOrd="2" destOrd="0" presId="urn:microsoft.com/office/officeart/2018/2/layout/IconVerticalSolidList"/>
    <dgm:cxn modelId="{0C067C10-6C3E-4169-9692-A42078482C94}" type="presParOf" srcId="{5BE5C98A-E8E8-46E9-A538-6AFA0A873BDC}" destId="{885A6055-12FD-49D6-B465-A36275D8853D}" srcOrd="3" destOrd="0" presId="urn:microsoft.com/office/officeart/2018/2/layout/IconVerticalSolidList"/>
    <dgm:cxn modelId="{A8F10A8C-BB3F-4C70-8780-16FB04A7B4D5}" type="presParOf" srcId="{4A93DE55-2ADE-44B7-8624-1564857A7A01}" destId="{614D08AE-9202-4E2C-9C50-D8EBAA0BB400}" srcOrd="5" destOrd="0" presId="urn:microsoft.com/office/officeart/2018/2/layout/IconVerticalSolidList"/>
    <dgm:cxn modelId="{C3C4EDDE-BF48-4B93-AFDB-B2837D2FD449}" type="presParOf" srcId="{4A93DE55-2ADE-44B7-8624-1564857A7A01}" destId="{1C49ED5B-CCB8-4C07-A7F7-08EB900A50C2}" srcOrd="6" destOrd="0" presId="urn:microsoft.com/office/officeart/2018/2/layout/IconVerticalSolidList"/>
    <dgm:cxn modelId="{D7291E00-08F5-4A14-AD7A-F33AE7C90E36}" type="presParOf" srcId="{1C49ED5B-CCB8-4C07-A7F7-08EB900A50C2}" destId="{331D87EC-8E0D-4E33-AB2C-1084CFA83FD8}" srcOrd="0" destOrd="0" presId="urn:microsoft.com/office/officeart/2018/2/layout/IconVerticalSolidList"/>
    <dgm:cxn modelId="{7F9AB842-BA78-4A0F-9607-4EEE3B490628}" type="presParOf" srcId="{1C49ED5B-CCB8-4C07-A7F7-08EB900A50C2}" destId="{6479B631-9583-4F5F-BD8C-76C988393567}" srcOrd="1" destOrd="0" presId="urn:microsoft.com/office/officeart/2018/2/layout/IconVerticalSolidList"/>
    <dgm:cxn modelId="{BA029568-E4AF-4E39-9466-E3799954573A}" type="presParOf" srcId="{1C49ED5B-CCB8-4C07-A7F7-08EB900A50C2}" destId="{7303004F-21EF-4011-AD81-BD848FB9B504}" srcOrd="2" destOrd="0" presId="urn:microsoft.com/office/officeart/2018/2/layout/IconVerticalSolidList"/>
    <dgm:cxn modelId="{F7A15D38-08B7-4751-AFBF-A2748D4F2A9C}" type="presParOf" srcId="{1C49ED5B-CCB8-4C07-A7F7-08EB900A50C2}" destId="{92FCFE59-38BE-4B4E-9655-79286B628D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1F1AC3-310D-47DB-B49B-A7BEAADED21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2A26580-F930-480C-91FE-1D0CF66CACB6}">
      <dgm:prSet/>
      <dgm:spPr/>
      <dgm:t>
        <a:bodyPr/>
        <a:lstStyle/>
        <a:p>
          <a:r>
            <a:rPr lang="en-US"/>
            <a:t>• Widget: Buton, metin kutusu, pencere vb.</a:t>
          </a:r>
        </a:p>
      </dgm:t>
    </dgm:pt>
    <dgm:pt modelId="{3B8DA750-1C2F-4BF8-A26A-A22D1E2DD616}" type="parTrans" cxnId="{50849D4E-2A5F-44E4-B983-2BDD273E4B64}">
      <dgm:prSet/>
      <dgm:spPr/>
      <dgm:t>
        <a:bodyPr/>
        <a:lstStyle/>
        <a:p>
          <a:endParaRPr lang="en-US"/>
        </a:p>
      </dgm:t>
    </dgm:pt>
    <dgm:pt modelId="{64BAAD6B-0572-4716-9C25-53DE1F5BFB2C}" type="sibTrans" cxnId="{50849D4E-2A5F-44E4-B983-2BDD273E4B64}">
      <dgm:prSet/>
      <dgm:spPr/>
      <dgm:t>
        <a:bodyPr/>
        <a:lstStyle/>
        <a:p>
          <a:endParaRPr lang="en-US"/>
        </a:p>
      </dgm:t>
    </dgm:pt>
    <dgm:pt modelId="{30472D45-ED8E-4B32-B53F-429E32E63671}">
      <dgm:prSet/>
      <dgm:spPr/>
      <dgm:t>
        <a:bodyPr/>
        <a:lstStyle/>
        <a:p>
          <a:r>
            <a:rPr lang="en-US"/>
            <a:t>• Layout: Widget’ların düzeni</a:t>
          </a:r>
        </a:p>
      </dgm:t>
    </dgm:pt>
    <dgm:pt modelId="{384881BB-A467-4F5F-A8D9-03D3C0D23AE9}" type="parTrans" cxnId="{BBD238B7-80A9-4C8B-9BD2-A49928E731C8}">
      <dgm:prSet/>
      <dgm:spPr/>
      <dgm:t>
        <a:bodyPr/>
        <a:lstStyle/>
        <a:p>
          <a:endParaRPr lang="en-US"/>
        </a:p>
      </dgm:t>
    </dgm:pt>
    <dgm:pt modelId="{28F47DD0-5E66-4443-93E3-FD520DA82777}" type="sibTrans" cxnId="{BBD238B7-80A9-4C8B-9BD2-A49928E731C8}">
      <dgm:prSet/>
      <dgm:spPr/>
      <dgm:t>
        <a:bodyPr/>
        <a:lstStyle/>
        <a:p>
          <a:endParaRPr lang="en-US"/>
        </a:p>
      </dgm:t>
    </dgm:pt>
    <dgm:pt modelId="{9C1F50C5-3904-4788-BFE5-028A3B046ADA}">
      <dgm:prSet/>
      <dgm:spPr/>
      <dgm:t>
        <a:bodyPr/>
        <a:lstStyle/>
        <a:p>
          <a:r>
            <a:rPr lang="en-US"/>
            <a:t>• Signal-Slot: Etkileşimi sağlayan yapı</a:t>
          </a:r>
        </a:p>
      </dgm:t>
    </dgm:pt>
    <dgm:pt modelId="{2FF207FD-B313-436D-A90C-FEBDAE76D4B4}" type="parTrans" cxnId="{391C3D39-BC39-4E88-A253-03E29A4AF963}">
      <dgm:prSet/>
      <dgm:spPr/>
      <dgm:t>
        <a:bodyPr/>
        <a:lstStyle/>
        <a:p>
          <a:endParaRPr lang="en-US"/>
        </a:p>
      </dgm:t>
    </dgm:pt>
    <dgm:pt modelId="{B1A65379-F3BE-4390-9803-11FBCE1DF9E4}" type="sibTrans" cxnId="{391C3D39-BC39-4E88-A253-03E29A4AF963}">
      <dgm:prSet/>
      <dgm:spPr/>
      <dgm:t>
        <a:bodyPr/>
        <a:lstStyle/>
        <a:p>
          <a:endParaRPr lang="en-US"/>
        </a:p>
      </dgm:t>
    </dgm:pt>
    <dgm:pt modelId="{9A23F9CB-9CB5-44AC-8B4B-97CF2E92F041}" type="pres">
      <dgm:prSet presAssocID="{321F1AC3-310D-47DB-B49B-A7BEAADED211}" presName="linear" presStyleCnt="0">
        <dgm:presLayoutVars>
          <dgm:animLvl val="lvl"/>
          <dgm:resizeHandles val="exact"/>
        </dgm:presLayoutVars>
      </dgm:prSet>
      <dgm:spPr/>
    </dgm:pt>
    <dgm:pt modelId="{C42C8DD7-9A46-4143-9308-89A7159FD4B5}" type="pres">
      <dgm:prSet presAssocID="{72A26580-F930-480C-91FE-1D0CF66CAC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02C6DD4-19D8-48CE-8233-19E8908DDC48}" type="pres">
      <dgm:prSet presAssocID="{64BAAD6B-0572-4716-9C25-53DE1F5BFB2C}" presName="spacer" presStyleCnt="0"/>
      <dgm:spPr/>
    </dgm:pt>
    <dgm:pt modelId="{698847B8-9906-46AC-8BCD-99EFF7808087}" type="pres">
      <dgm:prSet presAssocID="{30472D45-ED8E-4B32-B53F-429E32E6367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C3C3B79-E021-4515-A2C7-69AF14A45699}" type="pres">
      <dgm:prSet presAssocID="{28F47DD0-5E66-4443-93E3-FD520DA82777}" presName="spacer" presStyleCnt="0"/>
      <dgm:spPr/>
    </dgm:pt>
    <dgm:pt modelId="{CB326AAF-FCDE-40B7-B23F-8ACD9D94AA82}" type="pres">
      <dgm:prSet presAssocID="{9C1F50C5-3904-4788-BFE5-028A3B046AD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91C3D39-BC39-4E88-A253-03E29A4AF963}" srcId="{321F1AC3-310D-47DB-B49B-A7BEAADED211}" destId="{9C1F50C5-3904-4788-BFE5-028A3B046ADA}" srcOrd="2" destOrd="0" parTransId="{2FF207FD-B313-436D-A90C-FEBDAE76D4B4}" sibTransId="{B1A65379-F3BE-4390-9803-11FBCE1DF9E4}"/>
    <dgm:cxn modelId="{93F57D6D-7486-42C3-89F1-CB327144BEA9}" type="presOf" srcId="{321F1AC3-310D-47DB-B49B-A7BEAADED211}" destId="{9A23F9CB-9CB5-44AC-8B4B-97CF2E92F041}" srcOrd="0" destOrd="0" presId="urn:microsoft.com/office/officeart/2005/8/layout/vList2"/>
    <dgm:cxn modelId="{50849D4E-2A5F-44E4-B983-2BDD273E4B64}" srcId="{321F1AC3-310D-47DB-B49B-A7BEAADED211}" destId="{72A26580-F930-480C-91FE-1D0CF66CACB6}" srcOrd="0" destOrd="0" parTransId="{3B8DA750-1C2F-4BF8-A26A-A22D1E2DD616}" sibTransId="{64BAAD6B-0572-4716-9C25-53DE1F5BFB2C}"/>
    <dgm:cxn modelId="{5EE76478-6628-4E86-832E-50A68A5D83E2}" type="presOf" srcId="{30472D45-ED8E-4B32-B53F-429E32E63671}" destId="{698847B8-9906-46AC-8BCD-99EFF7808087}" srcOrd="0" destOrd="0" presId="urn:microsoft.com/office/officeart/2005/8/layout/vList2"/>
    <dgm:cxn modelId="{30886D9A-7AA5-47A3-A109-683B87D39622}" type="presOf" srcId="{9C1F50C5-3904-4788-BFE5-028A3B046ADA}" destId="{CB326AAF-FCDE-40B7-B23F-8ACD9D94AA82}" srcOrd="0" destOrd="0" presId="urn:microsoft.com/office/officeart/2005/8/layout/vList2"/>
    <dgm:cxn modelId="{BBD238B7-80A9-4C8B-9BD2-A49928E731C8}" srcId="{321F1AC3-310D-47DB-B49B-A7BEAADED211}" destId="{30472D45-ED8E-4B32-B53F-429E32E63671}" srcOrd="1" destOrd="0" parTransId="{384881BB-A467-4F5F-A8D9-03D3C0D23AE9}" sibTransId="{28F47DD0-5E66-4443-93E3-FD520DA82777}"/>
    <dgm:cxn modelId="{C5EC4EFD-8AE3-4163-8F41-9DB87A122960}" type="presOf" srcId="{72A26580-F930-480C-91FE-1D0CF66CACB6}" destId="{C42C8DD7-9A46-4143-9308-89A7159FD4B5}" srcOrd="0" destOrd="0" presId="urn:microsoft.com/office/officeart/2005/8/layout/vList2"/>
    <dgm:cxn modelId="{DC6914D2-1323-4DCA-9770-5BFB623E0B8E}" type="presParOf" srcId="{9A23F9CB-9CB5-44AC-8B4B-97CF2E92F041}" destId="{C42C8DD7-9A46-4143-9308-89A7159FD4B5}" srcOrd="0" destOrd="0" presId="urn:microsoft.com/office/officeart/2005/8/layout/vList2"/>
    <dgm:cxn modelId="{C4A1F44D-D744-4BAB-872F-CC91C89D0397}" type="presParOf" srcId="{9A23F9CB-9CB5-44AC-8B4B-97CF2E92F041}" destId="{702C6DD4-19D8-48CE-8233-19E8908DDC48}" srcOrd="1" destOrd="0" presId="urn:microsoft.com/office/officeart/2005/8/layout/vList2"/>
    <dgm:cxn modelId="{6C6AB042-5DF0-444D-B82E-125A045BC445}" type="presParOf" srcId="{9A23F9CB-9CB5-44AC-8B4B-97CF2E92F041}" destId="{698847B8-9906-46AC-8BCD-99EFF7808087}" srcOrd="2" destOrd="0" presId="urn:microsoft.com/office/officeart/2005/8/layout/vList2"/>
    <dgm:cxn modelId="{A4C6F282-359A-4C4A-9138-A6B004B9481D}" type="presParOf" srcId="{9A23F9CB-9CB5-44AC-8B4B-97CF2E92F041}" destId="{9C3C3B79-E021-4515-A2C7-69AF14A45699}" srcOrd="3" destOrd="0" presId="urn:microsoft.com/office/officeart/2005/8/layout/vList2"/>
    <dgm:cxn modelId="{E607EBBB-8E7C-4BB6-B712-EF9784F0930A}" type="presParOf" srcId="{9A23F9CB-9CB5-44AC-8B4B-97CF2E92F041}" destId="{CB326AAF-FCDE-40B7-B23F-8ACD9D94AA8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5E74C9-6BB4-4A5F-830C-900C538AF38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909F724-E907-440F-B499-B0547C08554A}">
      <dgm:prSet/>
      <dgm:spPr/>
      <dgm:t>
        <a:bodyPr/>
        <a:lstStyle/>
        <a:p>
          <a:r>
            <a:rPr lang="en-US" dirty="0"/>
            <a:t>pip install pyqt5</a:t>
          </a:r>
        </a:p>
      </dgm:t>
    </dgm:pt>
    <dgm:pt modelId="{F1F60089-8BF3-4E2F-8BD2-5B23A2A53D21}" type="parTrans" cxnId="{D0D6475E-5077-4BCF-B459-2BE62B855E89}">
      <dgm:prSet/>
      <dgm:spPr/>
      <dgm:t>
        <a:bodyPr/>
        <a:lstStyle/>
        <a:p>
          <a:endParaRPr lang="en-US"/>
        </a:p>
      </dgm:t>
    </dgm:pt>
    <dgm:pt modelId="{3A567345-4D14-4F94-B7DF-6D44B25D870B}" type="sibTrans" cxnId="{D0D6475E-5077-4BCF-B459-2BE62B855E89}">
      <dgm:prSet/>
      <dgm:spPr/>
      <dgm:t>
        <a:bodyPr/>
        <a:lstStyle/>
        <a:p>
          <a:endParaRPr lang="en-US"/>
        </a:p>
      </dgm:t>
    </dgm:pt>
    <dgm:pt modelId="{38254114-8975-4843-A95F-A70CE14DC87C}">
      <dgm:prSet/>
      <dgm:spPr/>
      <dgm:t>
        <a:bodyPr/>
        <a:lstStyle/>
        <a:p>
          <a:r>
            <a:rPr lang="en-US"/>
            <a:t>pip install pyqt5-tools (designer için)</a:t>
          </a:r>
        </a:p>
      </dgm:t>
    </dgm:pt>
    <dgm:pt modelId="{E25CAD71-E3D1-4AA3-9258-894F23749139}" type="parTrans" cxnId="{DB3F81D4-9ED4-47D5-8E05-CE0B69CAFC2E}">
      <dgm:prSet/>
      <dgm:spPr/>
      <dgm:t>
        <a:bodyPr/>
        <a:lstStyle/>
        <a:p>
          <a:endParaRPr lang="en-US"/>
        </a:p>
      </dgm:t>
    </dgm:pt>
    <dgm:pt modelId="{B4B54091-6F9C-4DA5-9BD8-91950040973D}" type="sibTrans" cxnId="{DB3F81D4-9ED4-47D5-8E05-CE0B69CAFC2E}">
      <dgm:prSet/>
      <dgm:spPr/>
      <dgm:t>
        <a:bodyPr/>
        <a:lstStyle/>
        <a:p>
          <a:endParaRPr lang="en-US"/>
        </a:p>
      </dgm:t>
    </dgm:pt>
    <dgm:pt modelId="{CA53AF46-FDDE-4073-AE7B-B1D5F3707C59}" type="pres">
      <dgm:prSet presAssocID="{655E74C9-6BB4-4A5F-830C-900C538AF384}" presName="vert0" presStyleCnt="0">
        <dgm:presLayoutVars>
          <dgm:dir/>
          <dgm:animOne val="branch"/>
          <dgm:animLvl val="lvl"/>
        </dgm:presLayoutVars>
      </dgm:prSet>
      <dgm:spPr/>
    </dgm:pt>
    <dgm:pt modelId="{A28B50B5-248A-45AC-9875-2B4E6FE3F4CF}" type="pres">
      <dgm:prSet presAssocID="{4909F724-E907-440F-B499-B0547C08554A}" presName="thickLine" presStyleLbl="alignNode1" presStyleIdx="0" presStyleCnt="2"/>
      <dgm:spPr/>
    </dgm:pt>
    <dgm:pt modelId="{B2187336-B9C7-48C5-907D-6C590C3D94BA}" type="pres">
      <dgm:prSet presAssocID="{4909F724-E907-440F-B499-B0547C08554A}" presName="horz1" presStyleCnt="0"/>
      <dgm:spPr/>
    </dgm:pt>
    <dgm:pt modelId="{413B0AEA-CDA9-4801-88FD-C648E3ACA42E}" type="pres">
      <dgm:prSet presAssocID="{4909F724-E907-440F-B499-B0547C08554A}" presName="tx1" presStyleLbl="revTx" presStyleIdx="0" presStyleCnt="2"/>
      <dgm:spPr/>
    </dgm:pt>
    <dgm:pt modelId="{CA7C0831-A61E-4EFE-A100-F32C9495625C}" type="pres">
      <dgm:prSet presAssocID="{4909F724-E907-440F-B499-B0547C08554A}" presName="vert1" presStyleCnt="0"/>
      <dgm:spPr/>
    </dgm:pt>
    <dgm:pt modelId="{27AD8325-1D4A-453F-9DAF-20D7D59F49AE}" type="pres">
      <dgm:prSet presAssocID="{38254114-8975-4843-A95F-A70CE14DC87C}" presName="thickLine" presStyleLbl="alignNode1" presStyleIdx="1" presStyleCnt="2"/>
      <dgm:spPr/>
    </dgm:pt>
    <dgm:pt modelId="{024E0689-F618-4C5D-9B5A-B962446881C1}" type="pres">
      <dgm:prSet presAssocID="{38254114-8975-4843-A95F-A70CE14DC87C}" presName="horz1" presStyleCnt="0"/>
      <dgm:spPr/>
    </dgm:pt>
    <dgm:pt modelId="{93CD25D8-9B0B-42F1-8F14-A37E99F5E654}" type="pres">
      <dgm:prSet presAssocID="{38254114-8975-4843-A95F-A70CE14DC87C}" presName="tx1" presStyleLbl="revTx" presStyleIdx="1" presStyleCnt="2"/>
      <dgm:spPr/>
    </dgm:pt>
    <dgm:pt modelId="{4B920021-6465-4803-BA53-09355DD21073}" type="pres">
      <dgm:prSet presAssocID="{38254114-8975-4843-A95F-A70CE14DC87C}" presName="vert1" presStyleCnt="0"/>
      <dgm:spPr/>
    </dgm:pt>
  </dgm:ptLst>
  <dgm:cxnLst>
    <dgm:cxn modelId="{9763E810-F0A1-4C9E-B010-AE42262D5299}" type="presOf" srcId="{38254114-8975-4843-A95F-A70CE14DC87C}" destId="{93CD25D8-9B0B-42F1-8F14-A37E99F5E654}" srcOrd="0" destOrd="0" presId="urn:microsoft.com/office/officeart/2008/layout/LinedList"/>
    <dgm:cxn modelId="{D0D6475E-5077-4BCF-B459-2BE62B855E89}" srcId="{655E74C9-6BB4-4A5F-830C-900C538AF384}" destId="{4909F724-E907-440F-B499-B0547C08554A}" srcOrd="0" destOrd="0" parTransId="{F1F60089-8BF3-4E2F-8BD2-5B23A2A53D21}" sibTransId="{3A567345-4D14-4F94-B7DF-6D44B25D870B}"/>
    <dgm:cxn modelId="{54CAFF75-94F9-4609-9135-3CFCB11FAFD0}" type="presOf" srcId="{4909F724-E907-440F-B499-B0547C08554A}" destId="{413B0AEA-CDA9-4801-88FD-C648E3ACA42E}" srcOrd="0" destOrd="0" presId="urn:microsoft.com/office/officeart/2008/layout/LinedList"/>
    <dgm:cxn modelId="{F1E424A0-F640-4A88-B494-CB1A2792A6BF}" type="presOf" srcId="{655E74C9-6BB4-4A5F-830C-900C538AF384}" destId="{CA53AF46-FDDE-4073-AE7B-B1D5F3707C59}" srcOrd="0" destOrd="0" presId="urn:microsoft.com/office/officeart/2008/layout/LinedList"/>
    <dgm:cxn modelId="{DB3F81D4-9ED4-47D5-8E05-CE0B69CAFC2E}" srcId="{655E74C9-6BB4-4A5F-830C-900C538AF384}" destId="{38254114-8975-4843-A95F-A70CE14DC87C}" srcOrd="1" destOrd="0" parTransId="{E25CAD71-E3D1-4AA3-9258-894F23749139}" sibTransId="{B4B54091-6F9C-4DA5-9BD8-91950040973D}"/>
    <dgm:cxn modelId="{D7B69793-C726-4617-83C0-3B6F7522FB28}" type="presParOf" srcId="{CA53AF46-FDDE-4073-AE7B-B1D5F3707C59}" destId="{A28B50B5-248A-45AC-9875-2B4E6FE3F4CF}" srcOrd="0" destOrd="0" presId="urn:microsoft.com/office/officeart/2008/layout/LinedList"/>
    <dgm:cxn modelId="{1767F3E5-FA01-45B9-9DFD-AEBCBCDDFB26}" type="presParOf" srcId="{CA53AF46-FDDE-4073-AE7B-B1D5F3707C59}" destId="{B2187336-B9C7-48C5-907D-6C590C3D94BA}" srcOrd="1" destOrd="0" presId="urn:microsoft.com/office/officeart/2008/layout/LinedList"/>
    <dgm:cxn modelId="{F592450C-90FE-457B-BEFB-B71CB7241580}" type="presParOf" srcId="{B2187336-B9C7-48C5-907D-6C590C3D94BA}" destId="{413B0AEA-CDA9-4801-88FD-C648E3ACA42E}" srcOrd="0" destOrd="0" presId="urn:microsoft.com/office/officeart/2008/layout/LinedList"/>
    <dgm:cxn modelId="{7ED08F4E-8147-4484-AE53-23F54CD30317}" type="presParOf" srcId="{B2187336-B9C7-48C5-907D-6C590C3D94BA}" destId="{CA7C0831-A61E-4EFE-A100-F32C9495625C}" srcOrd="1" destOrd="0" presId="urn:microsoft.com/office/officeart/2008/layout/LinedList"/>
    <dgm:cxn modelId="{7B431FAC-8893-4A89-BF83-CC410DBC1CCE}" type="presParOf" srcId="{CA53AF46-FDDE-4073-AE7B-B1D5F3707C59}" destId="{27AD8325-1D4A-453F-9DAF-20D7D59F49AE}" srcOrd="2" destOrd="0" presId="urn:microsoft.com/office/officeart/2008/layout/LinedList"/>
    <dgm:cxn modelId="{FAF258EA-0C64-48BA-96F9-0A988614F24D}" type="presParOf" srcId="{CA53AF46-FDDE-4073-AE7B-B1D5F3707C59}" destId="{024E0689-F618-4C5D-9B5A-B962446881C1}" srcOrd="3" destOrd="0" presId="urn:microsoft.com/office/officeart/2008/layout/LinedList"/>
    <dgm:cxn modelId="{03A7E9F8-CF67-4B09-BD23-0156E058C5CE}" type="presParOf" srcId="{024E0689-F618-4C5D-9B5A-B962446881C1}" destId="{93CD25D8-9B0B-42F1-8F14-A37E99F5E654}" srcOrd="0" destOrd="0" presId="urn:microsoft.com/office/officeart/2008/layout/LinedList"/>
    <dgm:cxn modelId="{F730A204-AF4F-4545-8200-A2121C484D22}" type="presParOf" srcId="{024E0689-F618-4C5D-9B5A-B962446881C1}" destId="{4B920021-6465-4803-BA53-09355DD210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83BE8-1D74-4A36-80C3-C17340C12E15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32942D-0104-43D8-9DA2-37484E52B5F3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C6D5D-15FB-4C3C-A3BF-F001ED88EDA8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PyQt'nin ne olduğunu anlamak</a:t>
          </a:r>
        </a:p>
      </dsp:txBody>
      <dsp:txXfrm>
        <a:off x="1493203" y="552"/>
        <a:ext cx="6736396" cy="1292816"/>
      </dsp:txXfrm>
    </dsp:sp>
    <dsp:sp modelId="{3901194F-F722-4F38-9EDF-1BE07478F96D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D7B6A-F53A-410A-A5E5-C5D07CA76B9C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35030-FBDA-4D8C-8CD9-23109E9D00B7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Basit bir arayüz penceresi oluşturmayı öğrenmek</a:t>
          </a:r>
        </a:p>
      </dsp:txBody>
      <dsp:txXfrm>
        <a:off x="1493203" y="1616573"/>
        <a:ext cx="6736396" cy="1292816"/>
      </dsp:txXfrm>
    </dsp:sp>
    <dsp:sp modelId="{7679AE42-5C8E-4728-9515-755BE09FE437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EA179-0763-461A-8A0D-E3EFFA15B0B3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33EEE-8F66-4018-A841-02055A8FB5A2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Widget, Layout ve Signal-Slot kavramlarına giriş</a:t>
          </a:r>
        </a:p>
      </dsp:txBody>
      <dsp:txXfrm>
        <a:off x="1493203" y="3232593"/>
        <a:ext cx="67363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CF2CC-8B8F-4967-929A-DA41E10AE9EB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026126-B647-459B-9062-11083A985B3A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C6536-DE97-4DB2-BCB1-8B32BC76326F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Python ile masaüstü uygulamaları geliştirmeye yarayan bir framework</a:t>
          </a:r>
        </a:p>
      </dsp:txBody>
      <dsp:txXfrm>
        <a:off x="1493203" y="552"/>
        <a:ext cx="6736396" cy="1292816"/>
      </dsp:txXfrm>
    </dsp:sp>
    <dsp:sp modelId="{BD70C623-FF96-408A-924A-31AA62AC67D9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00507-5A72-4E72-8CAB-FB88AEE7EF67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1912E-E8B7-4750-8BC5-53BBBEFEB5BB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Qt, C++ ile yazılmıştır.</a:t>
          </a:r>
        </a:p>
      </dsp:txBody>
      <dsp:txXfrm>
        <a:off x="1493203" y="1616573"/>
        <a:ext cx="6736396" cy="1292816"/>
      </dsp:txXfrm>
    </dsp:sp>
    <dsp:sp modelId="{EBBD6629-1881-456B-8C2B-6FB24D2E76F6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04854-7769-47FE-AB6F-91C6F34FA1CF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24B5E-9532-4235-8D53-FDADA9AD105D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PyQt, Qt’nin Python bağlayıcısıdır. Yani Qt’nin tüm araçlarını Python içinden kullanmanı sağlar.</a:t>
          </a:r>
        </a:p>
      </dsp:txBody>
      <dsp:txXfrm>
        <a:off x="1493203" y="3232593"/>
        <a:ext cx="6736396" cy="1292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BCB17C-FEDE-4228-AB04-A543F2E855E8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9027E-B3B9-40CB-8A7F-8D31183FF894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DAFB5-DC18-48D8-9F7D-B7C4A42CF6B7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Pencereler, butonlar, formlar</a:t>
          </a:r>
        </a:p>
      </dsp:txBody>
      <dsp:txXfrm>
        <a:off x="1339618" y="2288"/>
        <a:ext cx="3433549" cy="1159843"/>
      </dsp:txXfrm>
    </dsp:sp>
    <dsp:sp modelId="{76FD7B5C-F9C9-4CCD-93CE-36A5D3C48296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612D0-9C3A-46B9-8B59-F62FD904992D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755B1-B9B2-40C1-8BB6-CC03E629789B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Veri giriş arayüzleri</a:t>
          </a:r>
        </a:p>
      </dsp:txBody>
      <dsp:txXfrm>
        <a:off x="1339618" y="1452092"/>
        <a:ext cx="3433549" cy="1159843"/>
      </dsp:txXfrm>
    </dsp:sp>
    <dsp:sp modelId="{DF86EA05-EDCC-45E4-9973-4737F448D149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58638-78A3-4BB4-93FE-BC171AEADF3F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A6055-12FD-49D6-B465-A36275D8853D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Dosya açma/kaydetme ekranları</a:t>
          </a:r>
        </a:p>
      </dsp:txBody>
      <dsp:txXfrm>
        <a:off x="1339618" y="2901896"/>
        <a:ext cx="3433549" cy="1159843"/>
      </dsp:txXfrm>
    </dsp:sp>
    <dsp:sp modelId="{331D87EC-8E0D-4E33-AB2C-1084CFA83FD8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9B631-9583-4F5F-BD8C-76C988393567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CFE59-38BE-4B4E-9655-79286B628DCA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Gelişmiş masaüstü yazılımlar</a:t>
          </a:r>
        </a:p>
      </dsp:txBody>
      <dsp:txXfrm>
        <a:off x="1339618" y="4351700"/>
        <a:ext cx="3433549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C8DD7-9A46-4143-9308-89A7159FD4B5}">
      <dsp:nvSpPr>
        <dsp:cNvPr id="0" name=""/>
        <dsp:cNvSpPr/>
      </dsp:nvSpPr>
      <dsp:spPr>
        <a:xfrm>
          <a:off x="0" y="505116"/>
          <a:ext cx="4773168" cy="1432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Widget: Buton, metin kutusu, pencere vb.</a:t>
          </a:r>
        </a:p>
      </dsp:txBody>
      <dsp:txXfrm>
        <a:off x="69908" y="575024"/>
        <a:ext cx="4633352" cy="1292264"/>
      </dsp:txXfrm>
    </dsp:sp>
    <dsp:sp modelId="{698847B8-9906-46AC-8BCD-99EFF7808087}">
      <dsp:nvSpPr>
        <dsp:cNvPr id="0" name=""/>
        <dsp:cNvSpPr/>
      </dsp:nvSpPr>
      <dsp:spPr>
        <a:xfrm>
          <a:off x="0" y="2040876"/>
          <a:ext cx="4773168" cy="14320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Layout: Widget’ların düzeni</a:t>
          </a:r>
        </a:p>
      </dsp:txBody>
      <dsp:txXfrm>
        <a:off x="69908" y="2110784"/>
        <a:ext cx="4633352" cy="1292264"/>
      </dsp:txXfrm>
    </dsp:sp>
    <dsp:sp modelId="{CB326AAF-FCDE-40B7-B23F-8ACD9D94AA82}">
      <dsp:nvSpPr>
        <dsp:cNvPr id="0" name=""/>
        <dsp:cNvSpPr/>
      </dsp:nvSpPr>
      <dsp:spPr>
        <a:xfrm>
          <a:off x="0" y="3576636"/>
          <a:ext cx="4773168" cy="14320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Signal-Slot: Etkileşimi sağlayan yapı</a:t>
          </a:r>
        </a:p>
      </dsp:txBody>
      <dsp:txXfrm>
        <a:off x="69908" y="3646544"/>
        <a:ext cx="4633352" cy="12922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B50B5-248A-45AC-9875-2B4E6FE3F4CF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B0AEA-CDA9-4801-88FD-C648E3ACA42E}">
      <dsp:nvSpPr>
        <dsp:cNvPr id="0" name=""/>
        <dsp:cNvSpPr/>
      </dsp:nvSpPr>
      <dsp:spPr>
        <a:xfrm>
          <a:off x="0" y="0"/>
          <a:ext cx="8229600" cy="2262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pip install pyqt5</a:t>
          </a:r>
        </a:p>
      </dsp:txBody>
      <dsp:txXfrm>
        <a:off x="0" y="0"/>
        <a:ext cx="8229600" cy="2262981"/>
      </dsp:txXfrm>
    </dsp:sp>
    <dsp:sp modelId="{27AD8325-1D4A-453F-9DAF-20D7D59F49AE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D25D8-9B0B-42F1-8F14-A37E99F5E654}">
      <dsp:nvSpPr>
        <dsp:cNvPr id="0" name=""/>
        <dsp:cNvSpPr/>
      </dsp:nvSpPr>
      <dsp:spPr>
        <a:xfrm>
          <a:off x="0" y="2262981"/>
          <a:ext cx="8229600" cy="2262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pip install pyqt5-tools (designer için)</a:t>
          </a:r>
        </a:p>
      </dsp:txBody>
      <dsp:txXfrm>
        <a:off x="0" y="2262981"/>
        <a:ext cx="8229600" cy="2262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tx2"/>
                </a:solidFill>
              </a:rPr>
              <a:t>PyQt İlk Ders Sunumu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Giriş – Widget, Layout</a:t>
            </a:r>
          </a:p>
        </p:txBody>
      </p:sp>
      <p:pic>
        <p:nvPicPr>
          <p:cNvPr id="7" name="Graphic 6" descr="Öğretmen">
            <a:extLst>
              <a:ext uri="{FF2B5EF4-FFF2-40B4-BE49-F238E27FC236}">
                <a16:creationId xmlns:a16="http://schemas.microsoft.com/office/drawing/2014/main" id="{6C9FC3BF-3460-B8AF-32DB-42C605C06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Dersin Amacı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523411-CDCF-B5D9-251C-F6D22B839A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PyQt Nedir?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45EA709-42E2-DD11-D258-132C98B9CD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B9FCB6-13DB-52F2-8736-B616347E0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754DF5-6400-210C-1D9F-241FF6B99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Bu </a:t>
            </a:r>
            <a:r>
              <a:rPr lang="en-US" dirty="0" err="1"/>
              <a:t>nedenle</a:t>
            </a:r>
            <a:r>
              <a:rPr lang="en-US" dirty="0"/>
              <a:t> </a:t>
            </a:r>
            <a:r>
              <a:rPr lang="en-US" dirty="0" err="1"/>
              <a:t>PyQt’de</a:t>
            </a:r>
            <a:r>
              <a:rPr lang="en-US" dirty="0"/>
              <a:t> </a:t>
            </a:r>
            <a:r>
              <a:rPr lang="en-US" dirty="0" err="1"/>
              <a:t>gördüğün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Qt’den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:</a:t>
            </a:r>
          </a:p>
          <a:p>
            <a:r>
              <a:rPr lang="en-US" dirty="0" err="1"/>
              <a:t>QWidget</a:t>
            </a:r>
            <a:endParaRPr lang="en-US" dirty="0"/>
          </a:p>
          <a:p>
            <a:r>
              <a:rPr lang="en-US" dirty="0" err="1"/>
              <a:t>QMainWindow</a:t>
            </a:r>
            <a:endParaRPr lang="en-US" dirty="0"/>
          </a:p>
          <a:p>
            <a:r>
              <a:rPr lang="en-US" dirty="0" err="1"/>
              <a:t>QPushButton</a:t>
            </a:r>
            <a:endParaRPr lang="en-US" dirty="0"/>
          </a:p>
          <a:p>
            <a:r>
              <a:rPr lang="en-US" dirty="0" err="1"/>
              <a:t>QLabel</a:t>
            </a:r>
            <a:endParaRPr lang="en-US" dirty="0"/>
          </a:p>
          <a:p>
            <a:r>
              <a:rPr lang="en-US" dirty="0" err="1"/>
              <a:t>QVBoxLayout</a:t>
            </a:r>
            <a:endParaRPr lang="en-US" dirty="0"/>
          </a:p>
          <a:p>
            <a:r>
              <a:rPr lang="en-US" dirty="0" err="1"/>
              <a:t>QListWidget</a:t>
            </a:r>
            <a:endParaRPr lang="en-US" dirty="0"/>
          </a:p>
          <a:p>
            <a:r>
              <a:rPr lang="en-US" dirty="0" err="1"/>
              <a:t>QFileDialog</a:t>
            </a:r>
            <a:br>
              <a:rPr lang="en-US" dirty="0"/>
            </a:b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yüzlercesi</a:t>
            </a:r>
            <a:r>
              <a:rPr lang="en-US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13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23B0341-687D-BC1D-1FB5-8B6897D0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 b="1"/>
              <a:t>Qt’nin Temel Yapısı</a:t>
            </a:r>
            <a:br>
              <a:rPr lang="en-US" sz="3500" b="1"/>
            </a:br>
            <a:endParaRPr lang="en-US" sz="35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3967A4-F574-F695-2312-837D7BBF0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611" y="932688"/>
            <a:ext cx="4437453" cy="4992624"/>
          </a:xfrm>
        </p:spPr>
        <p:txBody>
          <a:bodyPr anchor="ctr">
            <a:normAutofit/>
          </a:bodyPr>
          <a:lstStyle/>
          <a:p>
            <a:r>
              <a:rPr lang="en-US" sz="1700"/>
              <a:t>Qt kütüphanesi birkaç büyük modülden oluşur:</a:t>
            </a:r>
          </a:p>
          <a:p>
            <a:r>
              <a:rPr lang="en-US" sz="1700" b="1"/>
              <a:t>✔ QtWidgets</a:t>
            </a:r>
          </a:p>
          <a:p>
            <a:r>
              <a:rPr lang="en-US" sz="1700"/>
              <a:t>Klasik masaüstü arayüzleri (buton, pencere, form).</a:t>
            </a:r>
          </a:p>
          <a:p>
            <a:r>
              <a:rPr lang="en-US" sz="1700" b="1"/>
              <a:t>✔ QtGui</a:t>
            </a:r>
          </a:p>
          <a:p>
            <a:r>
              <a:rPr lang="en-US" sz="1700"/>
              <a:t>Grafik işlemleri, çizimler, ikonlar, fontlar.</a:t>
            </a:r>
          </a:p>
          <a:p>
            <a:r>
              <a:rPr lang="en-US" sz="1700" b="1"/>
              <a:t>✔ QtCore</a:t>
            </a:r>
          </a:p>
          <a:p>
            <a:r>
              <a:rPr lang="en-US" sz="1700"/>
              <a:t>Zamanlayıcılar, sinyaller, dosya işlemleri, thread’ler.</a:t>
            </a:r>
          </a:p>
          <a:p>
            <a:r>
              <a:rPr lang="en-US" sz="1700" b="1"/>
              <a:t>✔ QtMultimedia</a:t>
            </a:r>
          </a:p>
          <a:p>
            <a:r>
              <a:rPr lang="en-US" sz="1700"/>
              <a:t>Ses, video, kamera.</a:t>
            </a:r>
          </a:p>
          <a:p>
            <a:r>
              <a:rPr lang="en-US" sz="1700" b="1"/>
              <a:t>✔ QtNetwork</a:t>
            </a:r>
          </a:p>
          <a:p>
            <a:r>
              <a:rPr lang="en-US" sz="1700"/>
              <a:t>HTTP, TCP/UDP gibi ağ işlemleri.</a:t>
            </a:r>
          </a:p>
          <a:p>
            <a:r>
              <a:rPr lang="en-US" sz="1700" b="1"/>
              <a:t>✔ QtQuick / QML</a:t>
            </a:r>
          </a:p>
          <a:p>
            <a:r>
              <a:rPr lang="en-US" sz="1700"/>
              <a:t>Modern, animasyonlu arayüzler.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536826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ABE150F-EFCD-7E44-EEFB-31B2D6EA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Qt’nin Gücü Nereden Geliyor?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47FF1C9-294B-FCDB-34AA-B0DE39859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err="1"/>
              <a:t>Qt’yi</a:t>
            </a:r>
            <a:r>
              <a:rPr lang="en-US" sz="2200"/>
              <a:t> </a:t>
            </a:r>
            <a:r>
              <a:rPr lang="en-US" sz="2200" err="1"/>
              <a:t>özel</a:t>
            </a:r>
            <a:r>
              <a:rPr lang="en-US" sz="2200"/>
              <a:t> </a:t>
            </a:r>
            <a:r>
              <a:rPr lang="en-US" sz="2200" err="1"/>
              <a:t>yapan</a:t>
            </a:r>
            <a:r>
              <a:rPr lang="en-US" sz="2200"/>
              <a:t> </a:t>
            </a:r>
            <a:r>
              <a:rPr lang="en-US" sz="2200" err="1"/>
              <a:t>birkaç</a:t>
            </a:r>
            <a:r>
              <a:rPr lang="en-US" sz="2200"/>
              <a:t> </a:t>
            </a:r>
            <a:r>
              <a:rPr lang="en-US" sz="2200" err="1"/>
              <a:t>özellik</a:t>
            </a:r>
            <a:r>
              <a:rPr lang="en-US" sz="2200"/>
              <a:t>:</a:t>
            </a:r>
          </a:p>
          <a:p>
            <a:pPr>
              <a:lnSpc>
                <a:spcPct val="90000"/>
              </a:lnSpc>
            </a:pPr>
            <a:r>
              <a:rPr lang="en-US" sz="2200" b="1"/>
              <a:t>🔹 Cross-platform (</a:t>
            </a:r>
            <a:r>
              <a:rPr lang="en-US" sz="2200" b="1" err="1"/>
              <a:t>çoklu</a:t>
            </a:r>
            <a:r>
              <a:rPr lang="en-US" sz="2200" b="1"/>
              <a:t> platform)</a:t>
            </a:r>
          </a:p>
          <a:p>
            <a:pPr>
              <a:lnSpc>
                <a:spcPct val="90000"/>
              </a:lnSpc>
            </a:pPr>
            <a:r>
              <a:rPr lang="en-US" sz="2200" err="1"/>
              <a:t>Kodun</a:t>
            </a:r>
            <a:r>
              <a:rPr lang="en-US" sz="2200"/>
              <a:t> </a:t>
            </a:r>
            <a:r>
              <a:rPr lang="en-US" sz="2200" err="1"/>
              <a:t>değişmeden</a:t>
            </a:r>
            <a:r>
              <a:rPr lang="en-US" sz="2200"/>
              <a:t> Windows, Linux </a:t>
            </a:r>
            <a:r>
              <a:rPr lang="en-US" sz="2200" err="1"/>
              <a:t>ve</a:t>
            </a:r>
            <a:r>
              <a:rPr lang="en-US" sz="2200"/>
              <a:t> </a:t>
            </a:r>
            <a:r>
              <a:rPr lang="en-US" sz="2200" err="1"/>
              <a:t>macOS’ta</a:t>
            </a:r>
            <a:r>
              <a:rPr lang="en-US" sz="2200"/>
              <a:t> </a:t>
            </a:r>
            <a:r>
              <a:rPr lang="en-US" sz="2200" err="1"/>
              <a:t>çalışır</a:t>
            </a:r>
            <a:r>
              <a:rPr lang="en-US" sz="2200"/>
              <a:t>.</a:t>
            </a:r>
          </a:p>
          <a:p>
            <a:pPr>
              <a:lnSpc>
                <a:spcPct val="90000"/>
              </a:lnSpc>
            </a:pPr>
            <a:r>
              <a:rPr lang="en-US" sz="2200" b="1"/>
              <a:t>🔹 Signal-Slot </a:t>
            </a:r>
            <a:r>
              <a:rPr lang="en-US" sz="2200" b="1" err="1"/>
              <a:t>Mekanizması</a:t>
            </a:r>
            <a:endParaRPr lang="en-US" sz="2200" b="1"/>
          </a:p>
          <a:p>
            <a:pPr>
              <a:lnSpc>
                <a:spcPct val="90000"/>
              </a:lnSpc>
            </a:pPr>
            <a:r>
              <a:rPr lang="en-US" sz="2200"/>
              <a:t>Olay </a:t>
            </a:r>
            <a:r>
              <a:rPr lang="en-US" sz="2200" err="1"/>
              <a:t>tabanlı</a:t>
            </a:r>
            <a:r>
              <a:rPr lang="en-US" sz="2200"/>
              <a:t> </a:t>
            </a:r>
            <a:r>
              <a:rPr lang="en-US" sz="2200" err="1"/>
              <a:t>programlamayı</a:t>
            </a:r>
            <a:r>
              <a:rPr lang="en-US" sz="2200"/>
              <a:t> </a:t>
            </a:r>
            <a:r>
              <a:rPr lang="en-US" sz="2200" err="1"/>
              <a:t>çok</a:t>
            </a:r>
            <a:r>
              <a:rPr lang="en-US" sz="2200"/>
              <a:t> </a:t>
            </a:r>
            <a:r>
              <a:rPr lang="en-US" sz="2200" err="1"/>
              <a:t>kolaylaştırır</a:t>
            </a:r>
            <a:br>
              <a:rPr lang="en-US" sz="2200"/>
            </a:br>
            <a:r>
              <a:rPr lang="en-US" sz="2200"/>
              <a:t>(</a:t>
            </a:r>
            <a:r>
              <a:rPr lang="en-US" sz="2200" err="1"/>
              <a:t>Butona</a:t>
            </a:r>
            <a:r>
              <a:rPr lang="en-US" sz="2200"/>
              <a:t> </a:t>
            </a:r>
            <a:r>
              <a:rPr lang="en-US" sz="2200" err="1"/>
              <a:t>tıklandı</a:t>
            </a:r>
            <a:r>
              <a:rPr lang="en-US" sz="2200"/>
              <a:t> → </a:t>
            </a:r>
            <a:r>
              <a:rPr lang="en-US" sz="2200" err="1"/>
              <a:t>bir</a:t>
            </a:r>
            <a:r>
              <a:rPr lang="en-US" sz="2200"/>
              <a:t> </a:t>
            </a:r>
            <a:r>
              <a:rPr lang="en-US" sz="2200" err="1"/>
              <a:t>fonksiyon</a:t>
            </a:r>
            <a:r>
              <a:rPr lang="en-US" sz="2200"/>
              <a:t> </a:t>
            </a:r>
            <a:r>
              <a:rPr lang="en-US" sz="2200" err="1"/>
              <a:t>çalışır</a:t>
            </a:r>
            <a:r>
              <a:rPr lang="en-US" sz="2200"/>
              <a:t>).</a:t>
            </a:r>
          </a:p>
          <a:p>
            <a:pPr>
              <a:lnSpc>
                <a:spcPct val="90000"/>
              </a:lnSpc>
            </a:pPr>
            <a:r>
              <a:rPr lang="en-US" sz="2200" b="1"/>
              <a:t>🔹 Qt Designer</a:t>
            </a:r>
          </a:p>
          <a:p>
            <a:pPr>
              <a:lnSpc>
                <a:spcPct val="90000"/>
              </a:lnSpc>
            </a:pPr>
            <a:r>
              <a:rPr lang="en-US" sz="2200" err="1"/>
              <a:t>Arayüzleri</a:t>
            </a:r>
            <a:r>
              <a:rPr lang="en-US" sz="2200"/>
              <a:t> </a:t>
            </a:r>
            <a:r>
              <a:rPr lang="en-US" sz="2200" err="1"/>
              <a:t>sürükle-bırak</a:t>
            </a:r>
            <a:r>
              <a:rPr lang="en-US" sz="2200"/>
              <a:t> </a:t>
            </a:r>
            <a:r>
              <a:rPr lang="en-US" sz="2200" err="1"/>
              <a:t>yöntemiyle</a:t>
            </a:r>
            <a:r>
              <a:rPr lang="en-US" sz="2200"/>
              <a:t> </a:t>
            </a:r>
            <a:r>
              <a:rPr lang="en-US" sz="2200" err="1"/>
              <a:t>tasarlayabilirsin</a:t>
            </a:r>
            <a:r>
              <a:rPr lang="en-US" sz="2200"/>
              <a:t>.</a:t>
            </a:r>
          </a:p>
          <a:p>
            <a:pPr>
              <a:lnSpc>
                <a:spcPct val="90000"/>
              </a:lnSpc>
            </a:pPr>
            <a:r>
              <a:rPr lang="en-US" sz="2200" b="1"/>
              <a:t>🔹 </a:t>
            </a:r>
            <a:r>
              <a:rPr lang="en-US" sz="2200" b="1" err="1"/>
              <a:t>Modüler</a:t>
            </a:r>
            <a:r>
              <a:rPr lang="en-US" sz="2200" b="1"/>
              <a:t> </a:t>
            </a:r>
            <a:r>
              <a:rPr lang="en-US" sz="2200" b="1" err="1"/>
              <a:t>yapı</a:t>
            </a:r>
            <a:endParaRPr lang="en-US" sz="2200" b="1"/>
          </a:p>
          <a:p>
            <a:pPr>
              <a:lnSpc>
                <a:spcPct val="90000"/>
              </a:lnSpc>
            </a:pPr>
            <a:r>
              <a:rPr lang="en-US" sz="2200" err="1"/>
              <a:t>İhtiyaç</a:t>
            </a:r>
            <a:r>
              <a:rPr lang="en-US" sz="2200"/>
              <a:t> </a:t>
            </a:r>
            <a:r>
              <a:rPr lang="en-US" sz="2200" err="1"/>
              <a:t>duyduğun</a:t>
            </a:r>
            <a:r>
              <a:rPr lang="en-US" sz="2200"/>
              <a:t> </a:t>
            </a:r>
            <a:r>
              <a:rPr lang="en-US" sz="2200" err="1"/>
              <a:t>modülleri</a:t>
            </a:r>
            <a:r>
              <a:rPr lang="en-US" sz="2200"/>
              <a:t> </a:t>
            </a:r>
            <a:r>
              <a:rPr lang="en-US" sz="2200" err="1"/>
              <a:t>yüklersin</a:t>
            </a:r>
            <a:r>
              <a:rPr lang="en-US" sz="2200"/>
              <a:t>, </a:t>
            </a:r>
            <a:r>
              <a:rPr lang="en-US" sz="2200" err="1"/>
              <a:t>hepsi</a:t>
            </a:r>
            <a:r>
              <a:rPr lang="en-US" sz="2200"/>
              <a:t> </a:t>
            </a:r>
            <a:r>
              <a:rPr lang="en-US" sz="2200" err="1"/>
              <a:t>birleşir</a:t>
            </a:r>
            <a:r>
              <a:rPr lang="en-US" sz="2200"/>
              <a:t>.</a:t>
            </a:r>
          </a:p>
          <a:p>
            <a:pPr>
              <a:lnSpc>
                <a:spcPct val="90000"/>
              </a:lnSpc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65286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E1D4444-E181-C325-8181-DD818A30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26720"/>
            <a:ext cx="7879842" cy="1919141"/>
          </a:xfrm>
        </p:spPr>
        <p:txBody>
          <a:bodyPr anchor="b">
            <a:normAutofit/>
          </a:bodyPr>
          <a:lstStyle/>
          <a:p>
            <a:r>
              <a:rPr lang="en-US" sz="5200"/>
              <a:t>Qt ile Yapılmış Uygulamalar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0B5C6C-D906-956D-DAE2-59AA9A183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3337269"/>
            <a:ext cx="7882128" cy="2905686"/>
          </a:xfrm>
        </p:spPr>
        <p:txBody>
          <a:bodyPr>
            <a:normAutofit/>
          </a:bodyPr>
          <a:lstStyle/>
          <a:p>
            <a:r>
              <a:rPr lang="en-US" sz="1900"/>
              <a:t>Gerçek dünyada Qt kullanan bazı uygulamalar:</a:t>
            </a:r>
          </a:p>
          <a:p>
            <a:r>
              <a:rPr lang="en-US" sz="1900" b="1"/>
              <a:t>VLC Media Player</a:t>
            </a:r>
            <a:endParaRPr lang="en-US" sz="1900"/>
          </a:p>
          <a:p>
            <a:r>
              <a:rPr lang="en-US" sz="1900" b="1"/>
              <a:t>Google Earth (eski sürümler)</a:t>
            </a:r>
            <a:endParaRPr lang="en-US" sz="1900"/>
          </a:p>
          <a:p>
            <a:r>
              <a:rPr lang="en-US" sz="1900" b="1"/>
              <a:t>Blender’in bazı araçları</a:t>
            </a:r>
            <a:endParaRPr lang="en-US" sz="1900"/>
          </a:p>
          <a:p>
            <a:r>
              <a:rPr lang="en-US" sz="1900" b="1"/>
              <a:t>Anaconda Navigator</a:t>
            </a:r>
            <a:endParaRPr lang="en-US" sz="1900"/>
          </a:p>
          <a:p>
            <a:r>
              <a:rPr lang="en-US" sz="1900" b="1"/>
              <a:t>VirtualBox</a:t>
            </a:r>
            <a:endParaRPr lang="en-US" sz="1900"/>
          </a:p>
          <a:p>
            <a:r>
              <a:rPr lang="en-US" sz="1900" b="1"/>
              <a:t>Qt Creator IDE</a:t>
            </a:r>
            <a:r>
              <a:rPr lang="en-US" sz="19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485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6129"/>
            <a:ext cx="4851603" cy="5925741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00"/>
          <a:stretch/>
        </p:blipFill>
        <p:spPr>
          <a:xfrm>
            <a:off x="0" y="466129"/>
            <a:ext cx="9144000" cy="5925741"/>
          </a:xfrm>
          <a:prstGeom prst="rect">
            <a:avLst/>
          </a:prstGeom>
        </p:spPr>
      </p:pic>
      <p:sp>
        <p:nvSpPr>
          <p:cNvPr id="20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86286"/>
            <a:ext cx="4320692" cy="4666770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BD0D9-0E70-E549-A6CA-25A208C697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2007" r="24250" b="-1"/>
          <a:stretch>
            <a:fillRect/>
          </a:stretch>
        </p:blipFill>
        <p:spPr>
          <a:xfrm>
            <a:off x="20" y="1351210"/>
            <a:ext cx="4180350" cy="4375387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3C1A1F-EA5B-E77A-59F0-35D8C75E9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692" y="1224752"/>
            <a:ext cx="4540492" cy="417822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Qt, </a:t>
            </a:r>
            <a:r>
              <a:rPr lang="en-US" sz="2400" dirty="0" err="1">
                <a:solidFill>
                  <a:srgbClr val="000000"/>
                </a:solidFill>
              </a:rPr>
              <a:t>masaüstü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uygulamaları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geliştirmek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için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kullanılan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güçlü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bir</a:t>
            </a:r>
            <a:r>
              <a:rPr lang="en-US" sz="2400" dirty="0">
                <a:solidFill>
                  <a:srgbClr val="000000"/>
                </a:solidFill>
              </a:rPr>
              <a:t> C++ </a:t>
            </a:r>
            <a:r>
              <a:rPr lang="en-US" sz="2400" dirty="0" err="1">
                <a:solidFill>
                  <a:srgbClr val="000000"/>
                </a:solidFill>
              </a:rPr>
              <a:t>kütüphanesidir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  <a:br>
              <a:rPr lang="en-US" sz="2400" dirty="0">
                <a:solidFill>
                  <a:srgbClr val="000000"/>
                </a:solidFill>
              </a:rPr>
            </a:br>
            <a:r>
              <a:rPr lang="en-US" sz="2400" dirty="0" err="1">
                <a:solidFill>
                  <a:srgbClr val="000000"/>
                </a:solidFill>
              </a:rPr>
              <a:t>PyQt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ise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Qt’nin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Python’da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kullanılmasını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sağlayan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köprüdür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  <a:br>
              <a:rPr lang="en-US" sz="2400" dirty="0">
                <a:solidFill>
                  <a:srgbClr val="000000"/>
                </a:solidFill>
              </a:rPr>
            </a:br>
            <a:r>
              <a:rPr lang="en-US" sz="2400" dirty="0" err="1">
                <a:solidFill>
                  <a:srgbClr val="000000"/>
                </a:solidFill>
              </a:rPr>
              <a:t>PyQt’de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gördüğümüz</a:t>
            </a:r>
            <a:r>
              <a:rPr lang="en-US" sz="2400" dirty="0">
                <a:solidFill>
                  <a:srgbClr val="000000"/>
                </a:solidFill>
              </a:rPr>
              <a:t> her </a:t>
            </a:r>
            <a:r>
              <a:rPr lang="en-US" sz="2400" dirty="0" err="1">
                <a:solidFill>
                  <a:srgbClr val="000000"/>
                </a:solidFill>
              </a:rPr>
              <a:t>şey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aslında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Qt’nin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bir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parçasıdır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7655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PyQt ile Neler Yapılabilir?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1DC962-F18B-C4DC-DB27-5C9D03264D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04979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Temel Kavramlar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0F8138-5BDE-4147-72A9-5B90AF5546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536278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0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BC9ED8F-5532-83F3-5C63-D79479BE4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175" y="274104"/>
            <a:ext cx="7429650" cy="1157242"/>
          </a:xfrm>
        </p:spPr>
        <p:txBody>
          <a:bodyPr>
            <a:normAutofit/>
          </a:bodyPr>
          <a:lstStyle/>
          <a:p>
            <a:r>
              <a:rPr lang="en-US" sz="3500"/>
              <a:t>Pencere ve Yapı Widget’ları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FFCB4471-FC22-76CC-C22A-4FB7857F90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387614"/>
              </p:ext>
            </p:extLst>
          </p:nvPr>
        </p:nvGraphicFramePr>
        <p:xfrm>
          <a:off x="1317495" y="2122098"/>
          <a:ext cx="6509009" cy="3875916"/>
        </p:xfrm>
        <a:graphic>
          <a:graphicData uri="http://schemas.openxmlformats.org/drawingml/2006/table">
            <a:tbl>
              <a:tblPr/>
              <a:tblGrid>
                <a:gridCol w="2727701">
                  <a:extLst>
                    <a:ext uri="{9D8B030D-6E8A-4147-A177-3AD203B41FA5}">
                      <a16:colId xmlns:a16="http://schemas.microsoft.com/office/drawing/2014/main" val="3841320296"/>
                    </a:ext>
                  </a:extLst>
                </a:gridCol>
                <a:gridCol w="3781308">
                  <a:extLst>
                    <a:ext uri="{9D8B030D-6E8A-4147-A177-3AD203B41FA5}">
                      <a16:colId xmlns:a16="http://schemas.microsoft.com/office/drawing/2014/main" val="2931355571"/>
                    </a:ext>
                  </a:extLst>
                </a:gridCol>
              </a:tblGrid>
              <a:tr h="361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Widget</a:t>
                      </a:r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Açıklama</a:t>
                      </a:r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429233"/>
                  </a:ext>
                </a:extLst>
              </a:tr>
              <a:tr h="361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QWidget</a:t>
                      </a:r>
                      <a:endParaRPr lang="en-US" sz="1600"/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Tüm widget’ların temel sınıfı</a:t>
                      </a:r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85532"/>
                  </a:ext>
                </a:extLst>
              </a:tr>
              <a:tr h="60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QMainWindow</a:t>
                      </a:r>
                      <a:endParaRPr lang="en-US" sz="1600"/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Menü, toolbar, status bar içeren ana pencere</a:t>
                      </a:r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789074"/>
                  </a:ext>
                </a:extLst>
              </a:tr>
              <a:tr h="60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QDialog</a:t>
                      </a:r>
                      <a:endParaRPr lang="en-US" sz="1600"/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Açılır pencereler (ayarlar, onay kutuları vb.)</a:t>
                      </a:r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418341"/>
                  </a:ext>
                </a:extLst>
              </a:tr>
              <a:tr h="60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QGroupBox</a:t>
                      </a:r>
                      <a:endParaRPr lang="en-US" sz="1600"/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Widget’ları gruplamak için çerçeveli kutu</a:t>
                      </a:r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852209"/>
                  </a:ext>
                </a:extLst>
              </a:tr>
              <a:tr h="361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QFrame</a:t>
                      </a:r>
                      <a:endParaRPr lang="en-US" sz="1600"/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Çerçeve, bölücü hatlar oluşturmak</a:t>
                      </a:r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62678"/>
                  </a:ext>
                </a:extLst>
              </a:tr>
              <a:tr h="361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QTabWidget</a:t>
                      </a:r>
                      <a:endParaRPr lang="en-US" sz="1600"/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Sekmeli pencere sistemi</a:t>
                      </a:r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120057"/>
                  </a:ext>
                </a:extLst>
              </a:tr>
              <a:tr h="607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QStackedWidget</a:t>
                      </a:r>
                      <a:endParaRPr lang="en-US" sz="1600"/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Birden fazla sayfayı aynı alanda göstermek</a:t>
                      </a:r>
                    </a:p>
                  </a:txBody>
                  <a:tcPr marL="82117" marR="82117" marT="41058" marB="410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783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618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9144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6194368-3C49-4A23-E6F0-D457A64E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63941"/>
            <a:ext cx="7472632" cy="1616529"/>
          </a:xfrm>
        </p:spPr>
        <p:txBody>
          <a:bodyPr>
            <a:normAutofit/>
          </a:bodyPr>
          <a:lstStyle/>
          <a:p>
            <a:r>
              <a:rPr lang="en-US" sz="3500"/>
              <a:t>Düğme (Button) Widget’ları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A10FD584-0FCD-C148-CCB9-6B0DAC451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864717"/>
              </p:ext>
            </p:extLst>
          </p:nvPr>
        </p:nvGraphicFramePr>
        <p:xfrm>
          <a:off x="679251" y="3079497"/>
          <a:ext cx="7787573" cy="3004998"/>
        </p:xfrm>
        <a:graphic>
          <a:graphicData uri="http://schemas.openxmlformats.org/drawingml/2006/table">
            <a:tbl>
              <a:tblPr/>
              <a:tblGrid>
                <a:gridCol w="3506463">
                  <a:extLst>
                    <a:ext uri="{9D8B030D-6E8A-4147-A177-3AD203B41FA5}">
                      <a16:colId xmlns:a16="http://schemas.microsoft.com/office/drawing/2014/main" val="557543889"/>
                    </a:ext>
                  </a:extLst>
                </a:gridCol>
                <a:gridCol w="4281110">
                  <a:extLst>
                    <a:ext uri="{9D8B030D-6E8A-4147-A177-3AD203B41FA5}">
                      <a16:colId xmlns:a16="http://schemas.microsoft.com/office/drawing/2014/main" val="759145345"/>
                    </a:ext>
                  </a:extLst>
                </a:gridCol>
              </a:tblGrid>
              <a:tr h="5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Widget</a:t>
                      </a:r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Açıklama</a:t>
                      </a:r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611333"/>
                  </a:ext>
                </a:extLst>
              </a:tr>
              <a:tr h="5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QPushButton</a:t>
                      </a:r>
                      <a:endParaRPr lang="en-US" sz="2200"/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Normal buton</a:t>
                      </a:r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025275"/>
                  </a:ext>
                </a:extLst>
              </a:tr>
              <a:tr h="5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QToolButton</a:t>
                      </a:r>
                      <a:endParaRPr lang="en-US" sz="2200"/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Küçük, ikon ağırlıklı buton</a:t>
                      </a:r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69391"/>
                  </a:ext>
                </a:extLst>
              </a:tr>
              <a:tr h="5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QRadioButton</a:t>
                      </a:r>
                      <a:endParaRPr lang="en-US" sz="2200"/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Tek seçenekli seçim butonu</a:t>
                      </a:r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298620"/>
                  </a:ext>
                </a:extLst>
              </a:tr>
              <a:tr h="5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QCheckBox</a:t>
                      </a:r>
                      <a:endParaRPr lang="en-US" sz="2200"/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Çoklu seçim kutusu</a:t>
                      </a:r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629762"/>
                  </a:ext>
                </a:extLst>
              </a:tr>
              <a:tr h="5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QCommandLinkButton</a:t>
                      </a:r>
                      <a:endParaRPr lang="en-US" sz="2200"/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Büyük ve açıklamalı buton türü</a:t>
                      </a:r>
                    </a:p>
                  </a:txBody>
                  <a:tcPr marL="113826" marR="113826" marT="56913" marB="569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623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309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6DA65E2-8C08-F159-DC3A-F2ABEFB1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Giriş (Input) Widget’ları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79B6A857-02D4-B285-35DD-0657A6AAC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128026"/>
              </p:ext>
            </p:extLst>
          </p:nvPr>
        </p:nvGraphicFramePr>
        <p:xfrm>
          <a:off x="1383214" y="3017519"/>
          <a:ext cx="6374304" cy="3209904"/>
        </p:xfrm>
        <a:graphic>
          <a:graphicData uri="http://schemas.openxmlformats.org/drawingml/2006/table">
            <a:tbl>
              <a:tblPr/>
              <a:tblGrid>
                <a:gridCol w="2726688">
                  <a:extLst>
                    <a:ext uri="{9D8B030D-6E8A-4147-A177-3AD203B41FA5}">
                      <a16:colId xmlns:a16="http://schemas.microsoft.com/office/drawing/2014/main" val="4096436922"/>
                    </a:ext>
                  </a:extLst>
                </a:gridCol>
                <a:gridCol w="3647616">
                  <a:extLst>
                    <a:ext uri="{9D8B030D-6E8A-4147-A177-3AD203B41FA5}">
                      <a16:colId xmlns:a16="http://schemas.microsoft.com/office/drawing/2014/main" val="718134916"/>
                    </a:ext>
                  </a:extLst>
                </a:gridCol>
              </a:tblGrid>
              <a:tr h="3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Widget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Açıklama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361858"/>
                  </a:ext>
                </a:extLst>
              </a:tr>
              <a:tr h="3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QLineEdit</a:t>
                      </a:r>
                      <a:endParaRPr lang="en-US" sz="1600"/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Tek satırlı metin girişi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717684"/>
                  </a:ext>
                </a:extLst>
              </a:tr>
              <a:tr h="3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QTextEdit</a:t>
                      </a:r>
                      <a:endParaRPr lang="en-US" sz="1600"/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Çok satırlı metin girişi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763490"/>
                  </a:ext>
                </a:extLst>
              </a:tr>
              <a:tr h="3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QPlainTextEdit</a:t>
                      </a:r>
                      <a:endParaRPr lang="en-US" sz="1600"/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Basit, konsol tarzı metin alanı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17723"/>
                  </a:ext>
                </a:extLst>
              </a:tr>
              <a:tr h="3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QSpinBox</a:t>
                      </a:r>
                      <a:endParaRPr lang="en-US" sz="1600"/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Sayı seçmek için küçük kutu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745847"/>
                  </a:ext>
                </a:extLst>
              </a:tr>
              <a:tr h="3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QDoubleSpinBox</a:t>
                      </a:r>
                      <a:endParaRPr lang="en-US" sz="1600"/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Ondalıklı sayı girişi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439164"/>
                  </a:ext>
                </a:extLst>
              </a:tr>
              <a:tr h="3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QComboBox</a:t>
                      </a:r>
                      <a:endParaRPr lang="en-US" sz="1600"/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Açılır kutu (dropdown)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741732"/>
                  </a:ext>
                </a:extLst>
              </a:tr>
              <a:tr h="3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QSlider</a:t>
                      </a:r>
                      <a:endParaRPr lang="en-US" sz="1600"/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Sürgü (ses ayarı gibi)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382813"/>
                  </a:ext>
                </a:extLst>
              </a:tr>
              <a:tr h="35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QDial</a:t>
                      </a:r>
                      <a:endParaRPr lang="en-US" sz="1600"/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Dönmeli kontrol düğmesi</a:t>
                      </a:r>
                    </a:p>
                  </a:txBody>
                  <a:tcPr marL="81058" marR="81058" marT="40529" marB="405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89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6908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9144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FEA9254-822A-BE66-BD88-C530D78C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463941"/>
            <a:ext cx="7472632" cy="1616529"/>
          </a:xfrm>
        </p:spPr>
        <p:txBody>
          <a:bodyPr>
            <a:normAutofit/>
          </a:bodyPr>
          <a:lstStyle/>
          <a:p>
            <a:r>
              <a:rPr lang="en-US" sz="3500"/>
              <a:t>Görüntüleme (Display) Widget’ları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AA75AA2D-A0EE-923D-78E8-9CDBB662EC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000909"/>
              </p:ext>
            </p:extLst>
          </p:nvPr>
        </p:nvGraphicFramePr>
        <p:xfrm>
          <a:off x="679251" y="3046199"/>
          <a:ext cx="7787574" cy="3071595"/>
        </p:xfrm>
        <a:graphic>
          <a:graphicData uri="http://schemas.openxmlformats.org/drawingml/2006/table">
            <a:tbl>
              <a:tblPr/>
              <a:tblGrid>
                <a:gridCol w="3409003">
                  <a:extLst>
                    <a:ext uri="{9D8B030D-6E8A-4147-A177-3AD203B41FA5}">
                      <a16:colId xmlns:a16="http://schemas.microsoft.com/office/drawing/2014/main" val="4276380540"/>
                    </a:ext>
                  </a:extLst>
                </a:gridCol>
                <a:gridCol w="4378571">
                  <a:extLst>
                    <a:ext uri="{9D8B030D-6E8A-4147-A177-3AD203B41FA5}">
                      <a16:colId xmlns:a16="http://schemas.microsoft.com/office/drawing/2014/main" val="3336848028"/>
                    </a:ext>
                  </a:extLst>
                </a:gridCol>
              </a:tblGrid>
              <a:tr h="614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Widget</a:t>
                      </a:r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Açıklama</a:t>
                      </a:r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340796"/>
                  </a:ext>
                </a:extLst>
              </a:tr>
              <a:tr h="614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/>
                        <a:t>QLabel</a:t>
                      </a:r>
                      <a:endParaRPr lang="en-US" sz="2700"/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Metin veya resim gösterir</a:t>
                      </a:r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273042"/>
                  </a:ext>
                </a:extLst>
              </a:tr>
              <a:tr h="614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/>
                        <a:t>QProgressBar</a:t>
                      </a:r>
                      <a:endParaRPr lang="en-US" sz="2700"/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Yüklenme çubuğu</a:t>
                      </a:r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305651"/>
                  </a:ext>
                </a:extLst>
              </a:tr>
              <a:tr h="614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/>
                        <a:t>QLCDNumber</a:t>
                      </a:r>
                      <a:endParaRPr lang="en-US" sz="2700"/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Dijital sayı ekranı</a:t>
                      </a:r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568244"/>
                  </a:ext>
                </a:extLst>
              </a:tr>
              <a:tr h="614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/>
                        <a:t>QCalendarWidget</a:t>
                      </a:r>
                      <a:endParaRPr lang="en-US" sz="2700"/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Takvim görüntüleme</a:t>
                      </a:r>
                    </a:p>
                  </a:txBody>
                  <a:tcPr marL="139618" marR="139618" marT="69809" marB="69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029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32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3D9C333-B4FC-07CC-68FC-DC50DCCDB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Liste – Tablo – Ağaç Yapıları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12BCFE33-CA64-82F9-A2F8-D4FBB0CEAB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066110"/>
              </p:ext>
            </p:extLst>
          </p:nvPr>
        </p:nvGraphicFramePr>
        <p:xfrm>
          <a:off x="678451" y="3164824"/>
          <a:ext cx="7783831" cy="2915295"/>
        </p:xfrm>
        <a:graphic>
          <a:graphicData uri="http://schemas.openxmlformats.org/drawingml/2006/table">
            <a:tbl>
              <a:tblPr/>
              <a:tblGrid>
                <a:gridCol w="3867621">
                  <a:extLst>
                    <a:ext uri="{9D8B030D-6E8A-4147-A177-3AD203B41FA5}">
                      <a16:colId xmlns:a16="http://schemas.microsoft.com/office/drawing/2014/main" val="266589698"/>
                    </a:ext>
                  </a:extLst>
                </a:gridCol>
                <a:gridCol w="3916210">
                  <a:extLst>
                    <a:ext uri="{9D8B030D-6E8A-4147-A177-3AD203B41FA5}">
                      <a16:colId xmlns:a16="http://schemas.microsoft.com/office/drawing/2014/main" val="1455251495"/>
                    </a:ext>
                  </a:extLst>
                </a:gridCol>
              </a:tblGrid>
              <a:tr h="513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Widget</a:t>
                      </a:r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Açıklama</a:t>
                      </a:r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377404"/>
                  </a:ext>
                </a:extLst>
              </a:tr>
              <a:tr h="513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/>
                        <a:t>QListWidget</a:t>
                      </a:r>
                      <a:endParaRPr lang="en-US" sz="2300"/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Liste elemanları</a:t>
                      </a:r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81732"/>
                  </a:ext>
                </a:extLst>
              </a:tr>
              <a:tr h="513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/>
                        <a:t>QTableWidget</a:t>
                      </a:r>
                      <a:endParaRPr lang="en-US" sz="2300"/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Tablo verileri</a:t>
                      </a:r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495052"/>
                  </a:ext>
                </a:extLst>
              </a:tr>
              <a:tr h="513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/>
                        <a:t>QTreeWidget</a:t>
                      </a:r>
                      <a:endParaRPr lang="en-US" sz="2300"/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Ağaç yapısı (klasör düzeni)</a:t>
                      </a:r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463342"/>
                  </a:ext>
                </a:extLst>
              </a:tr>
              <a:tr h="862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/>
                        <a:t>QListView / QTableView / QTreeView</a:t>
                      </a:r>
                      <a:endParaRPr lang="en-US" sz="2300"/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/>
                        <a:t>Model-View mimarisi için gelişmiş sürümler</a:t>
                      </a:r>
                    </a:p>
                  </a:txBody>
                  <a:tcPr marL="116612" marR="116612" marT="58306" marB="58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835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9878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519440-9077-F46A-0455-D5EF71C92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115" y="741391"/>
            <a:ext cx="5028904" cy="1616203"/>
          </a:xfrm>
        </p:spPr>
        <p:txBody>
          <a:bodyPr anchor="ctr">
            <a:normAutofit/>
          </a:bodyPr>
          <a:lstStyle/>
          <a:p>
            <a:r>
              <a:rPr lang="en-US" sz="2800"/>
              <a:t>Menü ve Araç Çubukları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17ED9EE-380C-224B-8619-61C6C01B1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EA0657-2676-EBD0-330D-2DE1D716D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ABD4BE5-70D5-796C-F818-10F0570E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8F9A5573-3660-11DC-249D-E3EC15C39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830142"/>
              </p:ext>
            </p:extLst>
          </p:nvPr>
        </p:nvGraphicFramePr>
        <p:xfrm>
          <a:off x="850507" y="2613727"/>
          <a:ext cx="7414411" cy="3563240"/>
        </p:xfrm>
        <a:graphic>
          <a:graphicData uri="http://schemas.openxmlformats.org/drawingml/2006/table">
            <a:tbl>
              <a:tblPr/>
              <a:tblGrid>
                <a:gridCol w="2604942">
                  <a:extLst>
                    <a:ext uri="{9D8B030D-6E8A-4147-A177-3AD203B41FA5}">
                      <a16:colId xmlns:a16="http://schemas.microsoft.com/office/drawing/2014/main" val="3456737257"/>
                    </a:ext>
                  </a:extLst>
                </a:gridCol>
                <a:gridCol w="4809469">
                  <a:extLst>
                    <a:ext uri="{9D8B030D-6E8A-4147-A177-3AD203B41FA5}">
                      <a16:colId xmlns:a16="http://schemas.microsoft.com/office/drawing/2014/main" val="1152832431"/>
                    </a:ext>
                  </a:extLst>
                </a:gridCol>
              </a:tblGrid>
              <a:tr h="712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Widget</a:t>
                      </a:r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Açıklama</a:t>
                      </a:r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941349"/>
                  </a:ext>
                </a:extLst>
              </a:tr>
              <a:tr h="712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QMenuBar</a:t>
                      </a:r>
                      <a:endParaRPr lang="en-US" sz="3200"/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Pencerenin üst menüsü</a:t>
                      </a:r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947151"/>
                  </a:ext>
                </a:extLst>
              </a:tr>
              <a:tr h="712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QMenu</a:t>
                      </a:r>
                      <a:endParaRPr lang="en-US" sz="3200"/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Açılan menü</a:t>
                      </a:r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814444"/>
                  </a:ext>
                </a:extLst>
              </a:tr>
              <a:tr h="712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QAction</a:t>
                      </a:r>
                      <a:endParaRPr lang="en-US" sz="3200"/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Menü eylemi</a:t>
                      </a:r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221866"/>
                  </a:ext>
                </a:extLst>
              </a:tr>
              <a:tr h="712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QToolBar</a:t>
                      </a:r>
                      <a:endParaRPr lang="en-US" sz="3200"/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Araç çubuğu</a:t>
                      </a:r>
                    </a:p>
                  </a:txBody>
                  <a:tcPr marL="161965" marR="161965" marT="80983" marB="80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35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093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055295C-6F0A-AABE-C092-586C87BF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Layout (Yerleşim) Widget’ları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C8061D4E-1918-5495-3D05-433D47D9F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505121"/>
              </p:ext>
            </p:extLst>
          </p:nvPr>
        </p:nvGraphicFramePr>
        <p:xfrm>
          <a:off x="1056415" y="3017519"/>
          <a:ext cx="7027903" cy="3209903"/>
        </p:xfrm>
        <a:graphic>
          <a:graphicData uri="http://schemas.openxmlformats.org/drawingml/2006/table">
            <a:tbl>
              <a:tblPr/>
              <a:tblGrid>
                <a:gridCol w="2582188">
                  <a:extLst>
                    <a:ext uri="{9D8B030D-6E8A-4147-A177-3AD203B41FA5}">
                      <a16:colId xmlns:a16="http://schemas.microsoft.com/office/drawing/2014/main" val="3392483175"/>
                    </a:ext>
                  </a:extLst>
                </a:gridCol>
                <a:gridCol w="4445715">
                  <a:extLst>
                    <a:ext uri="{9D8B030D-6E8A-4147-A177-3AD203B41FA5}">
                      <a16:colId xmlns:a16="http://schemas.microsoft.com/office/drawing/2014/main" val="2382352037"/>
                    </a:ext>
                  </a:extLst>
                </a:gridCol>
              </a:tblGrid>
              <a:tr h="564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Layout</a:t>
                      </a:r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Açıklama</a:t>
                      </a:r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799184"/>
                  </a:ext>
                </a:extLst>
              </a:tr>
              <a:tr h="564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QVBoxLayout</a:t>
                      </a:r>
                      <a:endParaRPr lang="en-US" sz="2500"/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Dikey dizilim</a:t>
                      </a:r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710625"/>
                  </a:ext>
                </a:extLst>
              </a:tr>
              <a:tr h="564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QHBoxLayout</a:t>
                      </a:r>
                      <a:endParaRPr lang="en-US" sz="2500"/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Yatay dizilim</a:t>
                      </a:r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484596"/>
                  </a:ext>
                </a:extLst>
              </a:tr>
              <a:tr h="564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QGridLayout</a:t>
                      </a:r>
                      <a:endParaRPr lang="en-US" sz="2500"/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Izgara düzeni</a:t>
                      </a:r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521107"/>
                  </a:ext>
                </a:extLst>
              </a:tr>
              <a:tr h="950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QFormLayout</a:t>
                      </a:r>
                      <a:endParaRPr lang="en-US" sz="2500"/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Etiket + alan düzeni (formlar için)</a:t>
                      </a:r>
                    </a:p>
                  </a:txBody>
                  <a:tcPr marL="128396" marR="128396" marT="64198" marB="641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706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522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2FA1ADC-8A5E-B6A8-4248-6CB1AC2AE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Layout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73C9D12-5DDE-E575-E5AD-85F5E43AD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1779640"/>
            <a:ext cx="4000647" cy="44604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Layout, </a:t>
            </a:r>
            <a:r>
              <a:rPr lang="en-US" sz="1700" dirty="0" err="1"/>
              <a:t>bir</a:t>
            </a:r>
            <a:r>
              <a:rPr lang="en-US" sz="1700" dirty="0"/>
              <a:t> </a:t>
            </a:r>
            <a:r>
              <a:rPr lang="en-US" sz="1700" dirty="0" err="1"/>
              <a:t>pencere</a:t>
            </a:r>
            <a:r>
              <a:rPr lang="en-US" sz="1700" dirty="0"/>
              <a:t> </a:t>
            </a:r>
            <a:r>
              <a:rPr lang="en-US" sz="1700" dirty="0" err="1"/>
              <a:t>içindeki</a:t>
            </a:r>
            <a:r>
              <a:rPr lang="en-US" sz="1700" dirty="0"/>
              <a:t> </a:t>
            </a:r>
            <a:r>
              <a:rPr lang="en-US" sz="1700" dirty="0" err="1"/>
              <a:t>widget’ların</a:t>
            </a:r>
            <a:r>
              <a:rPr lang="en-US" sz="1700" dirty="0"/>
              <a:t> </a:t>
            </a:r>
            <a:r>
              <a:rPr lang="en-US" sz="1700" b="1" dirty="0" err="1"/>
              <a:t>nasıl</a:t>
            </a:r>
            <a:r>
              <a:rPr lang="en-US" sz="1700" b="1" dirty="0"/>
              <a:t> </a:t>
            </a:r>
            <a:r>
              <a:rPr lang="en-US" sz="1700" b="1" dirty="0" err="1"/>
              <a:t>dizileceğini</a:t>
            </a:r>
            <a:r>
              <a:rPr lang="en-US" sz="1700" dirty="0"/>
              <a:t> </a:t>
            </a:r>
            <a:r>
              <a:rPr lang="en-US" sz="1700" dirty="0" err="1"/>
              <a:t>belirleyen</a:t>
            </a:r>
            <a:r>
              <a:rPr lang="en-US" sz="1700" dirty="0"/>
              <a:t> </a:t>
            </a:r>
            <a:r>
              <a:rPr lang="en-US" sz="1700" dirty="0" err="1"/>
              <a:t>yapıdır</a:t>
            </a:r>
            <a:r>
              <a:rPr lang="en-US" sz="1700" dirty="0"/>
              <a:t>.</a:t>
            </a:r>
            <a:br>
              <a:rPr lang="en-US" sz="1700" dirty="0"/>
            </a:br>
            <a:r>
              <a:rPr lang="en-US" sz="1700" dirty="0"/>
              <a:t>Aksi </a:t>
            </a:r>
            <a:r>
              <a:rPr lang="en-US" sz="1700" dirty="0" err="1"/>
              <a:t>takdirde</a:t>
            </a:r>
            <a:r>
              <a:rPr lang="en-US" sz="1700" dirty="0"/>
              <a:t> </a:t>
            </a:r>
            <a:r>
              <a:rPr lang="en-US" sz="1700" dirty="0" err="1"/>
              <a:t>butonlar</a:t>
            </a:r>
            <a:r>
              <a:rPr lang="en-US" sz="1700" dirty="0"/>
              <a:t>, </a:t>
            </a:r>
            <a:r>
              <a:rPr lang="en-US" sz="1700" dirty="0" err="1"/>
              <a:t>etiketler</a:t>
            </a:r>
            <a:r>
              <a:rPr lang="en-US" sz="1700" dirty="0"/>
              <a:t> </a:t>
            </a:r>
            <a:r>
              <a:rPr lang="en-US" sz="1700" dirty="0" err="1"/>
              <a:t>ve</a:t>
            </a:r>
            <a:r>
              <a:rPr lang="en-US" sz="1700" dirty="0"/>
              <a:t> </a:t>
            </a:r>
            <a:r>
              <a:rPr lang="en-US" sz="1700" dirty="0" err="1"/>
              <a:t>alanlar</a:t>
            </a:r>
            <a:r>
              <a:rPr lang="en-US" sz="1700" dirty="0"/>
              <a:t> </a:t>
            </a:r>
            <a:r>
              <a:rPr lang="en-US" sz="1700" b="1" dirty="0" err="1"/>
              <a:t>rastgele</a:t>
            </a:r>
            <a:r>
              <a:rPr lang="en-US" sz="1700" dirty="0"/>
              <a:t> </a:t>
            </a:r>
            <a:r>
              <a:rPr lang="en-US" sz="1700" dirty="0" err="1"/>
              <a:t>durur</a:t>
            </a:r>
            <a:r>
              <a:rPr lang="en-US" sz="17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700" b="1" dirty="0"/>
              <a:t>Layout = </a:t>
            </a:r>
            <a:r>
              <a:rPr lang="en-US" sz="1700" b="1" dirty="0" err="1"/>
              <a:t>widget’ları</a:t>
            </a:r>
            <a:r>
              <a:rPr lang="en-US" sz="1700" b="1" dirty="0"/>
              <a:t> </a:t>
            </a:r>
            <a:r>
              <a:rPr lang="en-US" sz="1700" b="1" dirty="0" err="1"/>
              <a:t>düzenli</a:t>
            </a:r>
            <a:r>
              <a:rPr lang="en-US" sz="1700" b="1" dirty="0"/>
              <a:t>, </a:t>
            </a:r>
            <a:r>
              <a:rPr lang="en-US" sz="1700" b="1" dirty="0" err="1"/>
              <a:t>otomatik</a:t>
            </a:r>
            <a:r>
              <a:rPr lang="en-US" sz="1700" b="1" dirty="0"/>
              <a:t> </a:t>
            </a:r>
            <a:r>
              <a:rPr lang="en-US" sz="1700" b="1" dirty="0" err="1"/>
              <a:t>ve</a:t>
            </a:r>
            <a:r>
              <a:rPr lang="en-US" sz="1700" b="1" dirty="0"/>
              <a:t> responsive </a:t>
            </a:r>
            <a:r>
              <a:rPr lang="en-US" sz="1700" b="1" dirty="0" err="1"/>
              <a:t>şekilde</a:t>
            </a:r>
            <a:r>
              <a:rPr lang="en-US" sz="1700" b="1" dirty="0"/>
              <a:t> </a:t>
            </a:r>
            <a:r>
              <a:rPr lang="en-US" sz="1700" b="1" dirty="0" err="1"/>
              <a:t>yerleştiren</a:t>
            </a:r>
            <a:r>
              <a:rPr lang="en-US" sz="1700" b="1" dirty="0"/>
              <a:t> </a:t>
            </a:r>
            <a:r>
              <a:rPr lang="en-US" sz="1700" b="1" dirty="0" err="1"/>
              <a:t>sistem</a:t>
            </a:r>
            <a:r>
              <a:rPr lang="en-US" sz="1700" b="1" dirty="0"/>
              <a:t>.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 err="1"/>
              <a:t>Qt’de</a:t>
            </a:r>
            <a:r>
              <a:rPr lang="en-US" sz="1700" dirty="0"/>
              <a:t> layout </a:t>
            </a:r>
            <a:r>
              <a:rPr lang="en-US" sz="1700" dirty="0" err="1"/>
              <a:t>kullanmazsan</a:t>
            </a:r>
            <a:r>
              <a:rPr lang="en-US" sz="1700" dirty="0"/>
              <a:t> </a:t>
            </a:r>
            <a:r>
              <a:rPr lang="en-US" sz="1700" dirty="0" err="1"/>
              <a:t>arayüzün</a:t>
            </a:r>
            <a:r>
              <a:rPr lang="en-US" sz="1700" dirty="0"/>
              <a:t>:</a:t>
            </a:r>
          </a:p>
          <a:p>
            <a:pPr>
              <a:lnSpc>
                <a:spcPct val="90000"/>
              </a:lnSpc>
            </a:pPr>
            <a:r>
              <a:rPr lang="en-US" sz="1700" dirty="0" err="1"/>
              <a:t>küçültüp</a:t>
            </a:r>
            <a:r>
              <a:rPr lang="en-US" sz="1700" dirty="0"/>
              <a:t> </a:t>
            </a:r>
            <a:r>
              <a:rPr lang="en-US" sz="1700" dirty="0" err="1"/>
              <a:t>büyütülmesi</a:t>
            </a:r>
            <a:r>
              <a:rPr lang="en-US" sz="1700" dirty="0"/>
              <a:t> </a:t>
            </a:r>
            <a:r>
              <a:rPr lang="en-US" sz="1700" dirty="0" err="1"/>
              <a:t>bozulur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 err="1"/>
              <a:t>widget’lar</a:t>
            </a:r>
            <a:r>
              <a:rPr lang="en-US" sz="1700" dirty="0"/>
              <a:t> </a:t>
            </a:r>
            <a:r>
              <a:rPr lang="en-US" sz="1700" dirty="0" err="1"/>
              <a:t>üst</a:t>
            </a:r>
            <a:r>
              <a:rPr lang="en-US" sz="1700" dirty="0"/>
              <a:t> </a:t>
            </a:r>
            <a:r>
              <a:rPr lang="en-US" sz="1700" dirty="0" err="1"/>
              <a:t>üste</a:t>
            </a:r>
            <a:r>
              <a:rPr lang="en-US" sz="1700" dirty="0"/>
              <a:t> </a:t>
            </a:r>
            <a:r>
              <a:rPr lang="en-US" sz="1700" dirty="0" err="1"/>
              <a:t>binebilir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 err="1"/>
              <a:t>sıkıştırınca</a:t>
            </a:r>
            <a:r>
              <a:rPr lang="en-US" sz="1700" dirty="0"/>
              <a:t> </a:t>
            </a:r>
            <a:r>
              <a:rPr lang="en-US" sz="1700" dirty="0" err="1"/>
              <a:t>çirkin</a:t>
            </a:r>
            <a:r>
              <a:rPr lang="en-US" sz="1700" dirty="0"/>
              <a:t> </a:t>
            </a:r>
            <a:r>
              <a:rPr lang="en-US" sz="1700" dirty="0" err="1"/>
              <a:t>görünür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 err="1"/>
              <a:t>tasarım</a:t>
            </a:r>
            <a:r>
              <a:rPr lang="en-US" sz="1700" dirty="0"/>
              <a:t> </a:t>
            </a:r>
            <a:r>
              <a:rPr lang="en-US" sz="1700" dirty="0" err="1"/>
              <a:t>kontrolü</a:t>
            </a:r>
            <a:r>
              <a:rPr lang="en-US" sz="1700" dirty="0"/>
              <a:t> </a:t>
            </a:r>
            <a:r>
              <a:rPr lang="en-US" sz="1700" dirty="0" err="1"/>
              <a:t>zorlaşır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Bu </a:t>
            </a:r>
            <a:r>
              <a:rPr lang="en-US" sz="1700" dirty="0" err="1"/>
              <a:t>yüzden</a:t>
            </a:r>
            <a:r>
              <a:rPr lang="en-US" sz="1700" dirty="0"/>
              <a:t> </a:t>
            </a:r>
            <a:r>
              <a:rPr lang="en-US" sz="1700" dirty="0" err="1"/>
              <a:t>layout’lar</a:t>
            </a:r>
            <a:r>
              <a:rPr lang="en-US" sz="1700" dirty="0"/>
              <a:t> </a:t>
            </a:r>
            <a:r>
              <a:rPr lang="en-US" sz="1700" b="1" dirty="0" err="1"/>
              <a:t>zorunludur</a:t>
            </a:r>
            <a:r>
              <a:rPr lang="en-US" sz="1700" dirty="0"/>
              <a:t>.</a:t>
            </a:r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pic>
        <p:nvPicPr>
          <p:cNvPr id="14" name="Picture 4" descr="Bir pencereyi incelerken kadın">
            <a:extLst>
              <a:ext uri="{FF2B5EF4-FFF2-40B4-BE49-F238E27FC236}">
                <a16:creationId xmlns:a16="http://schemas.microsoft.com/office/drawing/2014/main" id="{A648B2D2-7116-A095-2D18-E7A7F1827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03" r="17220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9415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39819E5-6B0B-06D3-A6E3-0B7E9F84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PyQt5 </a:t>
            </a:r>
            <a:r>
              <a:rPr lang="en-US" dirty="0" err="1"/>
              <a:t>Kurulumu</a:t>
            </a:r>
            <a:endParaRPr lang="en-US" dirty="0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CA307364-A047-17F9-CC3D-90E3A2C6B9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0000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7A9E675-6853-66A6-9579-9820F0716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3425CF5-51FE-1127-411E-C9F6C6276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import sys</a:t>
            </a:r>
          </a:p>
          <a:p>
            <a:pPr marL="0" indent="0">
              <a:buNone/>
            </a:pP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parametrelere</a:t>
            </a:r>
            <a:r>
              <a:rPr lang="en-US" dirty="0"/>
              <a:t> </a:t>
            </a:r>
            <a:r>
              <a:rPr lang="en-US" dirty="0" err="1"/>
              <a:t>erişmek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PyQt</a:t>
            </a:r>
            <a:r>
              <a:rPr lang="en-US" dirty="0"/>
              <a:t> </a:t>
            </a:r>
            <a:r>
              <a:rPr lang="en-US" dirty="0" err="1"/>
              <a:t>uygulamalarında</a:t>
            </a:r>
            <a:r>
              <a:rPr lang="en-US" dirty="0"/>
              <a:t> </a:t>
            </a:r>
            <a:r>
              <a:rPr lang="en-US" dirty="0" err="1"/>
              <a:t>QApplication</a:t>
            </a:r>
            <a:r>
              <a:rPr lang="en-US" dirty="0"/>
              <a:t>(</a:t>
            </a:r>
            <a:r>
              <a:rPr lang="en-US" dirty="0" err="1"/>
              <a:t>sys.argv</a:t>
            </a:r>
            <a:r>
              <a:rPr lang="en-US" dirty="0"/>
              <a:t>)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kullanıyoruz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9647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49B1B5-B100-E223-2C3A-E9B646DB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82DF64-0B8F-A18D-B84A-F1A1BFD80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from PyQt5.QtWidgets import </a:t>
            </a:r>
            <a:r>
              <a:rPr lang="en-US" b="1" dirty="0" err="1"/>
              <a:t>QApplication</a:t>
            </a:r>
            <a:r>
              <a:rPr lang="en-US" b="1" dirty="0"/>
              <a:t>, </a:t>
            </a:r>
            <a:r>
              <a:rPr lang="en-US" b="1" dirty="0" err="1"/>
              <a:t>QMainWindow</a:t>
            </a:r>
            <a:r>
              <a:rPr lang="en-US" b="1" dirty="0"/>
              <a:t>, </a:t>
            </a:r>
            <a:r>
              <a:rPr lang="en-US" b="1" dirty="0" err="1"/>
              <a:t>QLabel</a:t>
            </a:r>
            <a:endParaRPr lang="en-US" b="1" dirty="0"/>
          </a:p>
          <a:p>
            <a:r>
              <a:rPr lang="en-US" dirty="0" err="1"/>
              <a:t>PyQt’nin</a:t>
            </a:r>
            <a:r>
              <a:rPr lang="en-US" dirty="0"/>
              <a:t> widget </a:t>
            </a:r>
            <a:r>
              <a:rPr lang="en-US" dirty="0" err="1"/>
              <a:t>modülünden</a:t>
            </a:r>
            <a:r>
              <a:rPr lang="en-US" dirty="0"/>
              <a:t> 3 </a:t>
            </a:r>
            <a:r>
              <a:rPr lang="en-US" dirty="0" err="1"/>
              <a:t>sınıf</a:t>
            </a:r>
            <a:r>
              <a:rPr lang="en-US" dirty="0"/>
              <a:t> import </a:t>
            </a:r>
            <a:r>
              <a:rPr lang="en-US" dirty="0" err="1"/>
              <a:t>ediyoruz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D867AC29-23E5-BB9D-3E12-BE436EBF6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914954"/>
              </p:ext>
            </p:extLst>
          </p:nvPr>
        </p:nvGraphicFramePr>
        <p:xfrm>
          <a:off x="457200" y="3863181"/>
          <a:ext cx="8229600" cy="2011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91624966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31276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Bileşen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Görevi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621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QApplication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Uygulamanın genel çalışmasını yöneten sınıf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30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QMainWindow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Menüsü, toolbar’ı olabilen ana pencere türü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45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QLabel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Metin </a:t>
                      </a:r>
                      <a:r>
                        <a:rPr lang="en-US" dirty="0" err="1"/>
                        <a:t>veya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resim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gösteren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basit</a:t>
                      </a:r>
                      <a:r>
                        <a:rPr lang="en-US" dirty="0"/>
                        <a:t> widget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613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56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4D9357-B9D6-5AF6-7D95-957F659E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142246-C4D4-3824-0277-3C2EB2AD3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MainWindow</a:t>
            </a:r>
            <a:r>
              <a:rPr lang="en-US" dirty="0"/>
              <a:t>(</a:t>
            </a:r>
            <a:r>
              <a:rPr lang="en-US" dirty="0" err="1"/>
              <a:t>QMainWindow</a:t>
            </a:r>
            <a:r>
              <a:rPr lang="en-US" dirty="0"/>
              <a:t>):</a:t>
            </a:r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ana </a:t>
            </a:r>
            <a:r>
              <a:rPr lang="en-US" dirty="0" err="1"/>
              <a:t>penceremizi</a:t>
            </a:r>
            <a:r>
              <a:rPr lang="en-US" dirty="0"/>
              <a:t> </a:t>
            </a:r>
            <a:r>
              <a:rPr lang="en-US" dirty="0" err="1"/>
              <a:t>oluşturuyoruz</a:t>
            </a:r>
            <a:r>
              <a:rPr lang="en-US" dirty="0"/>
              <a:t>.</a:t>
            </a:r>
          </a:p>
          <a:p>
            <a:r>
              <a:rPr lang="en-US" dirty="0" err="1"/>
              <a:t>PyQt'de</a:t>
            </a:r>
            <a:r>
              <a:rPr lang="en-US" dirty="0"/>
              <a:t> </a:t>
            </a:r>
            <a:r>
              <a:rPr lang="en-US" dirty="0" err="1"/>
              <a:t>genelde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Kendi </a:t>
            </a:r>
            <a:r>
              <a:rPr lang="en-US" dirty="0" err="1"/>
              <a:t>pencere</a:t>
            </a:r>
            <a:r>
              <a:rPr lang="en-US" dirty="0"/>
              <a:t> </a:t>
            </a:r>
            <a:r>
              <a:rPr lang="en-US" dirty="0" err="1"/>
              <a:t>sınıfını</a:t>
            </a:r>
            <a:r>
              <a:rPr lang="en-US" dirty="0"/>
              <a:t> </a:t>
            </a:r>
            <a:r>
              <a:rPr lang="en-US" dirty="0" err="1"/>
              <a:t>yazarsın</a:t>
            </a:r>
            <a:r>
              <a:rPr lang="en-US" dirty="0"/>
              <a:t> → </a:t>
            </a:r>
            <a:r>
              <a:rPr lang="en-US" dirty="0" err="1"/>
              <a:t>QMainWindow’dan</a:t>
            </a:r>
            <a:r>
              <a:rPr lang="en-US" dirty="0"/>
              <a:t> </a:t>
            </a:r>
            <a:r>
              <a:rPr lang="en-US" dirty="0" err="1"/>
              <a:t>miras</a:t>
            </a:r>
            <a:r>
              <a:rPr lang="en-US" dirty="0"/>
              <a:t> </a:t>
            </a:r>
            <a:r>
              <a:rPr lang="en-US" dirty="0" err="1"/>
              <a:t>alırsın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4740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3F5781-6874-807A-DCAD-09BFB8937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4A9C7A6-670B-2A58-E9E5-5A2400875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 __</a:t>
            </a:r>
            <a:r>
              <a:rPr lang="en-US" b="1" dirty="0" err="1"/>
              <a:t>init</a:t>
            </a:r>
            <a:r>
              <a:rPr lang="en-US" b="1" dirty="0"/>
              <a:t>__(self):</a:t>
            </a:r>
          </a:p>
          <a:p>
            <a:r>
              <a:rPr lang="en-US" dirty="0"/>
              <a:t>Bu </a:t>
            </a:r>
            <a:r>
              <a:rPr lang="en-US" dirty="0" err="1"/>
              <a:t>sınıf</a:t>
            </a:r>
            <a:r>
              <a:rPr lang="en-US" dirty="0"/>
              <a:t> ilk </a:t>
            </a:r>
            <a:r>
              <a:rPr lang="en-US" dirty="0" err="1"/>
              <a:t>oluşturulduğunda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fonksiyondur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🔹 super().__</a:t>
            </a:r>
            <a:r>
              <a:rPr lang="en-US" b="1" dirty="0" err="1"/>
              <a:t>init</a:t>
            </a:r>
            <a:r>
              <a:rPr lang="en-US" b="1" dirty="0"/>
              <a:t>__()</a:t>
            </a:r>
          </a:p>
          <a:p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(</a:t>
            </a:r>
            <a:r>
              <a:rPr lang="en-US" dirty="0" err="1"/>
              <a:t>QMainWindow</a:t>
            </a:r>
            <a:r>
              <a:rPr lang="en-US" dirty="0"/>
              <a:t>) </a:t>
            </a:r>
            <a:r>
              <a:rPr lang="en-US" dirty="0" err="1"/>
              <a:t>kurucusunu</a:t>
            </a:r>
            <a:r>
              <a:rPr lang="en-US" dirty="0"/>
              <a:t> </a:t>
            </a:r>
            <a:r>
              <a:rPr lang="en-US" dirty="0" err="1"/>
              <a:t>çalıştırır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Böylece</a:t>
            </a:r>
            <a:r>
              <a:rPr lang="en-US" dirty="0"/>
              <a:t> </a:t>
            </a:r>
            <a:r>
              <a:rPr lang="en-US" dirty="0" err="1"/>
              <a:t>pencere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yüklenir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930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B9A355-B1FF-71AB-86D1-CA62CCED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2F7075E-5884-2C39-3AA9-1DA6A16EF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self.setWindowTitle</a:t>
            </a:r>
            <a:r>
              <a:rPr lang="en-US" b="1" dirty="0"/>
              <a:t>("</a:t>
            </a:r>
            <a:r>
              <a:rPr lang="en-US" b="1" dirty="0" err="1"/>
              <a:t>PyQt</a:t>
            </a:r>
            <a:r>
              <a:rPr lang="en-US" b="1" dirty="0"/>
              <a:t> </a:t>
            </a:r>
            <a:r>
              <a:rPr lang="en-US" b="1" dirty="0" err="1"/>
              <a:t>Örneği</a:t>
            </a:r>
            <a:r>
              <a:rPr lang="en-US" b="1" dirty="0"/>
              <a:t>")</a:t>
            </a:r>
          </a:p>
          <a:p>
            <a:r>
              <a:rPr lang="en-US" dirty="0" err="1"/>
              <a:t>Pencerenin</a:t>
            </a:r>
            <a:r>
              <a:rPr lang="en-US" dirty="0"/>
              <a:t> </a:t>
            </a:r>
            <a:r>
              <a:rPr lang="en-US" dirty="0" err="1"/>
              <a:t>başlık</a:t>
            </a:r>
            <a:r>
              <a:rPr lang="en-US" dirty="0"/>
              <a:t> </a:t>
            </a:r>
            <a:r>
              <a:rPr lang="en-US" dirty="0" err="1"/>
              <a:t>çubuğundaki</a:t>
            </a:r>
            <a:r>
              <a:rPr lang="en-US" dirty="0"/>
              <a:t> </a:t>
            </a:r>
            <a:r>
              <a:rPr lang="en-US" dirty="0" err="1"/>
              <a:t>yazıyı</a:t>
            </a:r>
            <a:r>
              <a:rPr lang="en-US" dirty="0"/>
              <a:t> </a:t>
            </a:r>
            <a:r>
              <a:rPr lang="en-US" dirty="0" err="1"/>
              <a:t>ayarlar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542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82D532-11F4-C288-EA64-3010CEA7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F2140E6-7F74-48FC-00D9-0FC7313BA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label = </a:t>
            </a:r>
            <a:r>
              <a:rPr lang="en-US" dirty="0" err="1"/>
              <a:t>QLabel</a:t>
            </a:r>
            <a:r>
              <a:rPr lang="en-US" dirty="0"/>
              <a:t>("</a:t>
            </a:r>
            <a:r>
              <a:rPr lang="en-US" dirty="0" err="1"/>
              <a:t>Merhaba</a:t>
            </a:r>
            <a:r>
              <a:rPr lang="en-US" dirty="0"/>
              <a:t> </a:t>
            </a:r>
            <a:r>
              <a:rPr lang="en-US" dirty="0" err="1"/>
              <a:t>PyQt</a:t>
            </a:r>
            <a:r>
              <a:rPr lang="en-US" dirty="0"/>
              <a:t>!")</a:t>
            </a:r>
          </a:p>
          <a:p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b="1" dirty="0"/>
              <a:t>widget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Görevi</a:t>
            </a:r>
            <a:r>
              <a:rPr lang="en-US" dirty="0"/>
              <a:t>: </a:t>
            </a:r>
            <a:r>
              <a:rPr lang="en-US" dirty="0" err="1"/>
              <a:t>ekrana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yazı</a:t>
            </a:r>
            <a:r>
              <a:rPr lang="en-US" dirty="0"/>
              <a:t> </a:t>
            </a:r>
            <a:r>
              <a:rPr lang="en-US" dirty="0" err="1"/>
              <a:t>göstermek</a:t>
            </a:r>
            <a:r>
              <a:rPr lang="en-US" dirty="0"/>
              <a:t>.</a:t>
            </a:r>
          </a:p>
          <a:p>
            <a:r>
              <a:rPr lang="en-US" b="1" dirty="0" err="1"/>
              <a:t>self.setCentralWidget</a:t>
            </a:r>
            <a:r>
              <a:rPr lang="en-US" b="1" dirty="0"/>
              <a:t>(label)</a:t>
            </a:r>
          </a:p>
          <a:p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kavram</a:t>
            </a:r>
            <a:r>
              <a:rPr lang="en-US" dirty="0"/>
              <a:t> var:</a:t>
            </a:r>
          </a:p>
          <a:p>
            <a:r>
              <a:rPr lang="en-US" b="1" dirty="0" err="1"/>
              <a:t>QMainWindow’un</a:t>
            </a:r>
            <a:r>
              <a:rPr lang="en-US" b="1" dirty="0"/>
              <a:t> </a:t>
            </a:r>
            <a:r>
              <a:rPr lang="en-US" b="1" dirty="0" err="1"/>
              <a:t>sadece</a:t>
            </a:r>
            <a:r>
              <a:rPr lang="en-US" b="1" dirty="0"/>
              <a:t> </a:t>
            </a:r>
            <a:r>
              <a:rPr lang="en-US" b="1" i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merkez</a:t>
            </a:r>
            <a:r>
              <a:rPr lang="en-US" b="1" dirty="0"/>
              <a:t> </a:t>
            </a:r>
            <a:r>
              <a:rPr lang="en-US" b="1" dirty="0" err="1"/>
              <a:t>widget’ı</a:t>
            </a:r>
            <a:r>
              <a:rPr lang="en-US" b="1" dirty="0"/>
              <a:t> </a:t>
            </a:r>
            <a:r>
              <a:rPr lang="en-US" b="1" dirty="0" err="1"/>
              <a:t>olur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satır</a:t>
            </a:r>
            <a:r>
              <a:rPr lang="en-US" dirty="0"/>
              <a:t>:</a:t>
            </a:r>
          </a:p>
          <a:p>
            <a:r>
              <a:rPr lang="en-US" dirty="0" err="1"/>
              <a:t>label'ı</a:t>
            </a:r>
            <a:r>
              <a:rPr lang="en-US" dirty="0"/>
              <a:t> </a:t>
            </a:r>
            <a:r>
              <a:rPr lang="en-US" dirty="0" err="1"/>
              <a:t>merkeze</a:t>
            </a:r>
            <a:r>
              <a:rPr lang="en-US" dirty="0"/>
              <a:t> </a:t>
            </a:r>
            <a:r>
              <a:rPr lang="en-US" dirty="0" err="1"/>
              <a:t>yerleştirir</a:t>
            </a:r>
            <a:r>
              <a:rPr lang="en-US" dirty="0"/>
              <a:t>,</a:t>
            </a:r>
          </a:p>
          <a:p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layout’ların</a:t>
            </a:r>
            <a:r>
              <a:rPr lang="en-US" dirty="0"/>
              <a:t> da </a:t>
            </a:r>
            <a:r>
              <a:rPr lang="en-US" dirty="0" err="1"/>
              <a:t>bu</a:t>
            </a:r>
            <a:r>
              <a:rPr lang="en-US" dirty="0"/>
              <a:t> widget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eklenmesine</a:t>
            </a:r>
            <a:r>
              <a:rPr lang="en-US" dirty="0"/>
              <a:t> </a:t>
            </a:r>
            <a:r>
              <a:rPr lang="en-US" dirty="0" err="1"/>
              <a:t>izin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</a:t>
            </a:r>
          </a:p>
          <a:p>
            <a:r>
              <a:rPr lang="en-US" dirty="0"/>
              <a:t>Yani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arayüz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  <a:r>
              <a:rPr lang="en-US" dirty="0" err="1"/>
              <a:t>widget’ın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gelişir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04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A23987-6FBD-4350-1310-86BFD8DB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78773A2-D6BA-9962-FDDA-44386C34F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 = </a:t>
            </a:r>
            <a:r>
              <a:rPr lang="en-US" b="1" dirty="0" err="1"/>
              <a:t>QApplication</a:t>
            </a:r>
            <a:r>
              <a:rPr lang="en-US" b="1" dirty="0"/>
              <a:t>(</a:t>
            </a:r>
            <a:r>
              <a:rPr lang="en-US" b="1" dirty="0" err="1"/>
              <a:t>sys.argv</a:t>
            </a:r>
            <a:r>
              <a:rPr lang="en-US" b="1" dirty="0"/>
              <a:t>)</a:t>
            </a:r>
          </a:p>
          <a:p>
            <a:r>
              <a:rPr lang="en-US" dirty="0"/>
              <a:t>Her </a:t>
            </a:r>
            <a:r>
              <a:rPr lang="en-US" dirty="0" err="1"/>
              <a:t>PyQt</a:t>
            </a:r>
            <a:r>
              <a:rPr lang="en-US" dirty="0"/>
              <a:t> </a:t>
            </a:r>
            <a:r>
              <a:rPr lang="en-US" dirty="0" err="1"/>
              <a:t>uygulaması</a:t>
            </a:r>
            <a:r>
              <a:rPr lang="en-US" dirty="0"/>
              <a:t> </a:t>
            </a:r>
            <a:r>
              <a:rPr lang="en-US" dirty="0" err="1"/>
              <a:t>mutlaka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QApplication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nesne</a:t>
            </a:r>
            <a:r>
              <a:rPr lang="en-US" dirty="0"/>
              <a:t>:</a:t>
            </a:r>
          </a:p>
          <a:p>
            <a:r>
              <a:rPr lang="en-US" dirty="0" err="1"/>
              <a:t>tıklamalar</a:t>
            </a:r>
            <a:endParaRPr lang="en-US" dirty="0"/>
          </a:p>
          <a:p>
            <a:r>
              <a:rPr lang="en-US" dirty="0" err="1"/>
              <a:t>klavye</a:t>
            </a:r>
            <a:r>
              <a:rPr lang="en-US" dirty="0"/>
              <a:t> </a:t>
            </a:r>
            <a:r>
              <a:rPr lang="en-US" dirty="0" err="1"/>
              <a:t>girişleri</a:t>
            </a:r>
            <a:endParaRPr lang="en-US" dirty="0"/>
          </a:p>
          <a:p>
            <a:r>
              <a:rPr lang="en-US" dirty="0" err="1"/>
              <a:t>pencere</a:t>
            </a:r>
            <a:r>
              <a:rPr lang="en-US" dirty="0"/>
              <a:t> </a:t>
            </a:r>
            <a:r>
              <a:rPr lang="en-US" dirty="0" err="1"/>
              <a:t>olayları</a:t>
            </a:r>
            <a:br>
              <a:rPr lang="en-US" dirty="0"/>
            </a:br>
            <a:r>
              <a:rPr lang="en-US" dirty="0" err="1"/>
              <a:t>gibi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yönetir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520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8D4A88-20CE-EB78-5890-9C912CE3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CEB0053-B087-FB7F-F634-4FA407087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window = </a:t>
            </a:r>
            <a:r>
              <a:rPr lang="en-US" b="1" dirty="0" err="1"/>
              <a:t>MainWindow</a:t>
            </a:r>
            <a:r>
              <a:rPr lang="en-US" b="1" dirty="0"/>
              <a:t>()</a:t>
            </a:r>
          </a:p>
          <a:p>
            <a:r>
              <a:rPr lang="en-US" dirty="0"/>
              <a:t>Bir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pencere</a:t>
            </a:r>
            <a:r>
              <a:rPr lang="en-US" dirty="0"/>
              <a:t> </a:t>
            </a:r>
            <a:r>
              <a:rPr lang="en-US" dirty="0" err="1"/>
              <a:t>nesnesi</a:t>
            </a:r>
            <a:r>
              <a:rPr lang="en-US" dirty="0"/>
              <a:t> </a:t>
            </a:r>
            <a:r>
              <a:rPr lang="en-US" dirty="0" err="1"/>
              <a:t>üretiriz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🔹 </a:t>
            </a:r>
            <a:r>
              <a:rPr lang="en-US" b="1" dirty="0" err="1"/>
              <a:t>window.show</a:t>
            </a:r>
            <a:r>
              <a:rPr lang="en-US" b="1" dirty="0"/>
              <a:t>()</a:t>
            </a:r>
          </a:p>
          <a:p>
            <a:r>
              <a:rPr lang="en-US" dirty="0" err="1"/>
              <a:t>Pencereyi</a:t>
            </a:r>
            <a:r>
              <a:rPr lang="en-US" dirty="0"/>
              <a:t> </a:t>
            </a:r>
            <a:r>
              <a:rPr lang="en-US" dirty="0" err="1"/>
              <a:t>ekranda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 hale </a:t>
            </a:r>
            <a:r>
              <a:rPr lang="en-US" dirty="0" err="1"/>
              <a:t>getirir</a:t>
            </a:r>
            <a:r>
              <a:rPr lang="en-US" dirty="0"/>
              <a:t>.</a:t>
            </a:r>
          </a:p>
          <a:p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yazmazsan</a:t>
            </a:r>
            <a:r>
              <a:rPr lang="en-US" dirty="0"/>
              <a:t> </a:t>
            </a:r>
            <a:r>
              <a:rPr lang="en-US" dirty="0" err="1"/>
              <a:t>pencere</a:t>
            </a:r>
            <a:r>
              <a:rPr lang="en-US" dirty="0"/>
              <a:t> </a:t>
            </a:r>
            <a:r>
              <a:rPr lang="en-US" dirty="0" err="1"/>
              <a:t>yaratılır</a:t>
            </a:r>
            <a:r>
              <a:rPr lang="en-US" dirty="0"/>
              <a:t> ama </a:t>
            </a:r>
            <a:r>
              <a:rPr lang="en-US" dirty="0" err="1"/>
              <a:t>görünmez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832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15B22F-DAE9-84FB-9AAA-2F114A04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10D755-183B-E29D-3646-A492CDE1C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sys.exit</a:t>
            </a:r>
            <a:r>
              <a:rPr lang="en-US" b="1" dirty="0"/>
              <a:t>(</a:t>
            </a:r>
            <a:r>
              <a:rPr lang="en-US" b="1" dirty="0" err="1"/>
              <a:t>app.exec</a:t>
            </a:r>
            <a:r>
              <a:rPr lang="en-US" b="1" dirty="0"/>
              <a:t>_())</a:t>
            </a:r>
          </a:p>
          <a:p>
            <a:r>
              <a:rPr lang="en-US" dirty="0"/>
              <a:t>Bu </a:t>
            </a:r>
            <a:r>
              <a:rPr lang="en-US" dirty="0" err="1"/>
              <a:t>satır</a:t>
            </a:r>
            <a:r>
              <a:rPr lang="en-US" dirty="0"/>
              <a:t>:</a:t>
            </a:r>
          </a:p>
          <a:p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kapanana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,</a:t>
            </a:r>
          </a:p>
          <a:p>
            <a:r>
              <a:rPr lang="en-US" dirty="0" err="1"/>
              <a:t>kapanınca</a:t>
            </a:r>
            <a:r>
              <a:rPr lang="en-US" dirty="0"/>
              <a:t> </a:t>
            </a:r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temiz</a:t>
            </a:r>
            <a:r>
              <a:rPr lang="en-US" dirty="0"/>
              <a:t> </a:t>
            </a:r>
            <a:r>
              <a:rPr lang="en-US" dirty="0" err="1"/>
              <a:t>çıkış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</a:t>
            </a:r>
          </a:p>
          <a:p>
            <a:r>
              <a:rPr lang="en-US" dirty="0" err="1"/>
              <a:t>app.exec</a:t>
            </a:r>
            <a:r>
              <a:rPr lang="en-US" dirty="0"/>
              <a:t>_() → ana </a:t>
            </a:r>
            <a:r>
              <a:rPr lang="en-US" dirty="0" err="1"/>
              <a:t>döngüyü</a:t>
            </a:r>
            <a:r>
              <a:rPr lang="en-US" dirty="0"/>
              <a:t> </a:t>
            </a:r>
            <a:r>
              <a:rPr lang="en-US" dirty="0" err="1"/>
              <a:t>başlatır</a:t>
            </a:r>
            <a:r>
              <a:rPr lang="en-US" dirty="0"/>
              <a:t> (event loop).</a:t>
            </a:r>
          </a:p>
          <a:p>
            <a:r>
              <a:rPr lang="en-US" b="1" dirty="0"/>
              <a:t>Event loop ne </a:t>
            </a:r>
            <a:r>
              <a:rPr lang="en-US" b="1" dirty="0" err="1"/>
              <a:t>yapar</a:t>
            </a:r>
            <a:r>
              <a:rPr lang="en-US" b="1" dirty="0"/>
              <a:t>?</a:t>
            </a:r>
            <a:br>
              <a:rPr lang="en-US" dirty="0"/>
            </a:b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dinler</a:t>
            </a:r>
            <a:r>
              <a:rPr lang="en-US" dirty="0"/>
              <a:t>:</a:t>
            </a:r>
          </a:p>
          <a:p>
            <a:r>
              <a:rPr lang="en-US" dirty="0" err="1"/>
              <a:t>butona</a:t>
            </a:r>
            <a:r>
              <a:rPr lang="en-US" dirty="0"/>
              <a:t> </a:t>
            </a:r>
            <a:r>
              <a:rPr lang="en-US" dirty="0" err="1"/>
              <a:t>tıklandı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?</a:t>
            </a:r>
          </a:p>
          <a:p>
            <a:r>
              <a:rPr lang="en-US" dirty="0" err="1"/>
              <a:t>pencere</a:t>
            </a:r>
            <a:r>
              <a:rPr lang="en-US" dirty="0"/>
              <a:t> </a:t>
            </a:r>
            <a:r>
              <a:rPr lang="en-US" dirty="0" err="1"/>
              <a:t>kapatıldı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?</a:t>
            </a:r>
          </a:p>
          <a:p>
            <a:r>
              <a:rPr lang="en-US" dirty="0"/>
              <a:t>fare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etti</a:t>
            </a:r>
            <a:r>
              <a:rPr lang="en-US" dirty="0"/>
              <a:t> mi?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86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Sonraki Derste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</a:t>
            </a:r>
            <a:r>
              <a:rPr dirty="0"/>
              <a:t>Signal-Slot </a:t>
            </a:r>
            <a:r>
              <a:rPr dirty="0" err="1"/>
              <a:t>detayları</a:t>
            </a:r>
            <a:endParaRPr dirty="0"/>
          </a:p>
          <a:p>
            <a:r>
              <a:rPr dirty="0"/>
              <a:t>• </a:t>
            </a:r>
            <a:r>
              <a:rPr dirty="0" err="1"/>
              <a:t>PyQt</a:t>
            </a:r>
            <a:r>
              <a:rPr dirty="0"/>
              <a:t> </a:t>
            </a:r>
            <a:r>
              <a:rPr dirty="0" err="1"/>
              <a:t>Designer’a</a:t>
            </a:r>
            <a:r>
              <a:rPr dirty="0"/>
              <a:t> </a:t>
            </a:r>
            <a:r>
              <a:rPr dirty="0" err="1"/>
              <a:t>giriş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956</Words>
  <Application>Microsoft Office PowerPoint</Application>
  <PresentationFormat>Ekran Gösterisi (4:3)</PresentationFormat>
  <Paragraphs>220</Paragraphs>
  <Slides>29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PyQt İlk Ders Sunumu</vt:lpstr>
      <vt:lpstr>Dersin Amacı</vt:lpstr>
      <vt:lpstr>PyQt Nedir?</vt:lpstr>
      <vt:lpstr>PowerPoint Sunusu</vt:lpstr>
      <vt:lpstr>Qt’nin Temel Yapısı </vt:lpstr>
      <vt:lpstr>Qt’nin Gücü Nereden Geliyor?</vt:lpstr>
      <vt:lpstr>Qt ile Yapılmış Uygulamalar</vt:lpstr>
      <vt:lpstr>PowerPoint Sunusu</vt:lpstr>
      <vt:lpstr>PyQt ile Neler Yapılabilir?</vt:lpstr>
      <vt:lpstr>Temel Kavramlar</vt:lpstr>
      <vt:lpstr>Pencere ve Yapı Widget’ları</vt:lpstr>
      <vt:lpstr>Düğme (Button) Widget’ları</vt:lpstr>
      <vt:lpstr>Giriş (Input) Widget’ları</vt:lpstr>
      <vt:lpstr>Görüntüleme (Display) Widget’ları</vt:lpstr>
      <vt:lpstr>Liste – Tablo – Ağaç Yapıları</vt:lpstr>
      <vt:lpstr>Menü ve Araç Çubukları</vt:lpstr>
      <vt:lpstr>Layout (Yerleşim) Widget’ları</vt:lpstr>
      <vt:lpstr>Layout nedir?</vt:lpstr>
      <vt:lpstr>PyQt5 Kurulumu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Sonraki Derste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nur arslan</dc:creator>
  <cp:keywords/>
  <dc:description>generated using python-pptx</dc:description>
  <cp:lastModifiedBy>naciye nur arslan</cp:lastModifiedBy>
  <cp:revision>3</cp:revision>
  <dcterms:created xsi:type="dcterms:W3CDTF">2013-01-27T09:14:16Z</dcterms:created>
  <dcterms:modified xsi:type="dcterms:W3CDTF">2025-11-26T13:19:28Z</dcterms:modified>
  <cp:category/>
</cp:coreProperties>
</file>